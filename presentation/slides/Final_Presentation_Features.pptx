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97" r:id="rId8"/>
    <p:sldId id="296" r:id="rId9"/>
    <p:sldId id="268" r:id="rId10"/>
    <p:sldId id="263" r:id="rId11"/>
    <p:sldId id="279" r:id="rId12"/>
    <p:sldId id="274" r:id="rId13"/>
    <p:sldId id="292" r:id="rId14"/>
    <p:sldId id="295" r:id="rId15"/>
    <p:sldId id="273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DC587E5-F502-416B-AA38-875A0C1FE676}" v="127" dt="2026-08-17T13:02:12.964"/>
    <p1510:client id="{CF67C2BD-B77C-C24B-B2AA-BE5E08C325D7}" v="7" dt="2026-08-17T13:34:44.794"/>
    <p1510:client id="{E335544B-5ABA-6040-BE72-0C48759E53F1}" v="1" dt="2026-08-16T14:31:42.7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451"/>
    <p:restoredTop sz="94640"/>
  </p:normalViewPr>
  <p:slideViewPr>
    <p:cSldViewPr snapToGrid="0" snapToObjects="1">
      <p:cViewPr varScale="1">
        <p:scale>
          <a:sx n="69" d="100"/>
          <a:sy n="69" d="100"/>
        </p:scale>
        <p:origin x="42" y="69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en Terrence Yaqi" userId="fd0f25ab-de92-4d97-a7d9-a0180993481a" providerId="ADAL" clId="{D7ABF46B-58F9-5DFC-B5BE-4143A237EFDE}"/>
    <pc:docChg chg="undo custSel addSld delSld modSld">
      <pc:chgData name="Chen Terrence Yaqi" userId="fd0f25ab-de92-4d97-a7d9-a0180993481a" providerId="ADAL" clId="{D7ABF46B-58F9-5DFC-B5BE-4143A237EFDE}" dt="2026-08-17T13:37:44.069" v="233" actId="2696"/>
      <pc:docMkLst>
        <pc:docMk/>
      </pc:docMkLst>
      <pc:sldChg chg="modSp mod">
        <pc:chgData name="Chen Terrence Yaqi" userId="fd0f25ab-de92-4d97-a7d9-a0180993481a" providerId="ADAL" clId="{D7ABF46B-58F9-5DFC-B5BE-4143A237EFDE}" dt="2026-08-17T13:19:25.834" v="34" actId="20577"/>
        <pc:sldMkLst>
          <pc:docMk/>
          <pc:sldMk cId="0" sldId="257"/>
        </pc:sldMkLst>
        <pc:spChg chg="mod">
          <ac:chgData name="Chen Terrence Yaqi" userId="fd0f25ab-de92-4d97-a7d9-a0180993481a" providerId="ADAL" clId="{D7ABF46B-58F9-5DFC-B5BE-4143A237EFDE}" dt="2026-08-17T13:19:25.834" v="34" actId="20577"/>
          <ac:spMkLst>
            <pc:docMk/>
            <pc:sldMk cId="0" sldId="257"/>
            <ac:spMk id="8" creationId="{00000000-0000-0000-0000-000000000000}"/>
          </ac:spMkLst>
        </pc:spChg>
      </pc:sldChg>
      <pc:sldChg chg="addSp delSp modSp mod">
        <pc:chgData name="Chen Terrence Yaqi" userId="fd0f25ab-de92-4d97-a7d9-a0180993481a" providerId="ADAL" clId="{D7ABF46B-58F9-5DFC-B5BE-4143A237EFDE}" dt="2026-08-16T14:32:13.174" v="5" actId="1076"/>
        <pc:sldMkLst>
          <pc:docMk/>
          <pc:sldMk cId="0" sldId="261"/>
        </pc:sldMkLst>
        <pc:picChg chg="del">
          <ac:chgData name="Chen Terrence Yaqi" userId="fd0f25ab-de92-4d97-a7d9-a0180993481a" providerId="ADAL" clId="{D7ABF46B-58F9-5DFC-B5BE-4143A237EFDE}" dt="2026-08-16T14:31:41.819" v="0" actId="478"/>
          <ac:picMkLst>
            <pc:docMk/>
            <pc:sldMk cId="0" sldId="261"/>
            <ac:picMk id="8" creationId="{00000000-0000-0000-0000-000000000000}"/>
          </ac:picMkLst>
        </pc:picChg>
        <pc:picChg chg="add mod modCrop">
          <ac:chgData name="Chen Terrence Yaqi" userId="fd0f25ab-de92-4d97-a7d9-a0180993481a" providerId="ADAL" clId="{D7ABF46B-58F9-5DFC-B5BE-4143A237EFDE}" dt="2026-08-16T14:32:13.174" v="5" actId="1076"/>
          <ac:picMkLst>
            <pc:docMk/>
            <pc:sldMk cId="0" sldId="261"/>
            <ac:picMk id="9" creationId="{9A868359-04B7-F729-B112-C72032DCC744}"/>
          </ac:picMkLst>
        </pc:picChg>
      </pc:sldChg>
      <pc:sldChg chg="del">
        <pc:chgData name="Chen Terrence Yaqi" userId="fd0f25ab-de92-4d97-a7d9-a0180993481a" providerId="ADAL" clId="{D7ABF46B-58F9-5DFC-B5BE-4143A237EFDE}" dt="2026-08-17T13:17:16.390" v="7" actId="2696"/>
        <pc:sldMkLst>
          <pc:docMk/>
          <pc:sldMk cId="0" sldId="262"/>
        </pc:sldMkLst>
      </pc:sldChg>
      <pc:sldChg chg="del">
        <pc:chgData name="Chen Terrence Yaqi" userId="fd0f25ab-de92-4d97-a7d9-a0180993481a" providerId="ADAL" clId="{D7ABF46B-58F9-5DFC-B5BE-4143A237EFDE}" dt="2026-08-17T13:17:29.518" v="11" actId="2696"/>
        <pc:sldMkLst>
          <pc:docMk/>
          <pc:sldMk cId="0" sldId="266"/>
        </pc:sldMkLst>
      </pc:sldChg>
      <pc:sldChg chg="del">
        <pc:chgData name="Chen Terrence Yaqi" userId="fd0f25ab-de92-4d97-a7d9-a0180993481a" providerId="ADAL" clId="{D7ABF46B-58F9-5DFC-B5BE-4143A237EFDE}" dt="2026-08-17T13:17:27.126" v="9" actId="2696"/>
        <pc:sldMkLst>
          <pc:docMk/>
          <pc:sldMk cId="1393030118" sldId="275"/>
        </pc:sldMkLst>
      </pc:sldChg>
      <pc:sldChg chg="del">
        <pc:chgData name="Chen Terrence Yaqi" userId="fd0f25ab-de92-4d97-a7d9-a0180993481a" providerId="ADAL" clId="{D7ABF46B-58F9-5DFC-B5BE-4143A237EFDE}" dt="2026-08-17T13:37:44.069" v="233" actId="2696"/>
        <pc:sldMkLst>
          <pc:docMk/>
          <pc:sldMk cId="3344543181" sldId="277"/>
        </pc:sldMkLst>
      </pc:sldChg>
      <pc:sldChg chg="del">
        <pc:chgData name="Chen Terrence Yaqi" userId="fd0f25ab-de92-4d97-a7d9-a0180993481a" providerId="ADAL" clId="{D7ABF46B-58F9-5DFC-B5BE-4143A237EFDE}" dt="2026-08-17T13:17:20.158" v="8" actId="2696"/>
        <pc:sldMkLst>
          <pc:docMk/>
          <pc:sldMk cId="2384137307" sldId="278"/>
        </pc:sldMkLst>
      </pc:sldChg>
      <pc:sldChg chg="del">
        <pc:chgData name="Chen Terrence Yaqi" userId="fd0f25ab-de92-4d97-a7d9-a0180993481a" providerId="ADAL" clId="{D7ABF46B-58F9-5DFC-B5BE-4143A237EFDE}" dt="2026-08-17T13:18:23.492" v="29" actId="2696"/>
        <pc:sldMkLst>
          <pc:docMk/>
          <pc:sldMk cId="1067809807" sldId="280"/>
        </pc:sldMkLst>
      </pc:sldChg>
      <pc:sldChg chg="del">
        <pc:chgData name="Chen Terrence Yaqi" userId="fd0f25ab-de92-4d97-a7d9-a0180993481a" providerId="ADAL" clId="{D7ABF46B-58F9-5DFC-B5BE-4143A237EFDE}" dt="2026-08-17T13:18:01.217" v="17" actId="2696"/>
        <pc:sldMkLst>
          <pc:docMk/>
          <pc:sldMk cId="1274716055" sldId="281"/>
        </pc:sldMkLst>
      </pc:sldChg>
      <pc:sldChg chg="del">
        <pc:chgData name="Chen Terrence Yaqi" userId="fd0f25ab-de92-4d97-a7d9-a0180993481a" providerId="ADAL" clId="{D7ABF46B-58F9-5DFC-B5BE-4143A237EFDE}" dt="2026-08-17T13:17:28.319" v="10" actId="2696"/>
        <pc:sldMkLst>
          <pc:docMk/>
          <pc:sldMk cId="1963584757" sldId="283"/>
        </pc:sldMkLst>
      </pc:sldChg>
      <pc:sldChg chg="del">
        <pc:chgData name="Chen Terrence Yaqi" userId="fd0f25ab-de92-4d97-a7d9-a0180993481a" providerId="ADAL" clId="{D7ABF46B-58F9-5DFC-B5BE-4143A237EFDE}" dt="2026-08-17T13:17:46.069" v="12" actId="2696"/>
        <pc:sldMkLst>
          <pc:docMk/>
          <pc:sldMk cId="3278484042" sldId="284"/>
        </pc:sldMkLst>
      </pc:sldChg>
      <pc:sldChg chg="del">
        <pc:chgData name="Chen Terrence Yaqi" userId="fd0f25ab-de92-4d97-a7d9-a0180993481a" providerId="ADAL" clId="{D7ABF46B-58F9-5DFC-B5BE-4143A237EFDE}" dt="2026-08-17T13:17:48.633" v="13" actId="2696"/>
        <pc:sldMkLst>
          <pc:docMk/>
          <pc:sldMk cId="2652705526" sldId="285"/>
        </pc:sldMkLst>
      </pc:sldChg>
      <pc:sldChg chg="del">
        <pc:chgData name="Chen Terrence Yaqi" userId="fd0f25ab-de92-4d97-a7d9-a0180993481a" providerId="ADAL" clId="{D7ABF46B-58F9-5DFC-B5BE-4143A237EFDE}" dt="2026-08-17T13:17:48.984" v="14" actId="2696"/>
        <pc:sldMkLst>
          <pc:docMk/>
          <pc:sldMk cId="916650517" sldId="286"/>
        </pc:sldMkLst>
      </pc:sldChg>
      <pc:sldChg chg="del">
        <pc:chgData name="Chen Terrence Yaqi" userId="fd0f25ab-de92-4d97-a7d9-a0180993481a" providerId="ADAL" clId="{D7ABF46B-58F9-5DFC-B5BE-4143A237EFDE}" dt="2026-08-17T13:17:55.534" v="15" actId="2696"/>
        <pc:sldMkLst>
          <pc:docMk/>
          <pc:sldMk cId="2372713896" sldId="288"/>
        </pc:sldMkLst>
      </pc:sldChg>
      <pc:sldChg chg="del">
        <pc:chgData name="Chen Terrence Yaqi" userId="fd0f25ab-de92-4d97-a7d9-a0180993481a" providerId="ADAL" clId="{D7ABF46B-58F9-5DFC-B5BE-4143A237EFDE}" dt="2026-08-17T13:17:14.493" v="6" actId="2696"/>
        <pc:sldMkLst>
          <pc:docMk/>
          <pc:sldMk cId="1163375280" sldId="289"/>
        </pc:sldMkLst>
      </pc:sldChg>
      <pc:sldChg chg="del">
        <pc:chgData name="Chen Terrence Yaqi" userId="fd0f25ab-de92-4d97-a7d9-a0180993481a" providerId="ADAL" clId="{D7ABF46B-58F9-5DFC-B5BE-4143A237EFDE}" dt="2026-08-17T13:17:56.152" v="16" actId="2696"/>
        <pc:sldMkLst>
          <pc:docMk/>
          <pc:sldMk cId="3821830539" sldId="290"/>
        </pc:sldMkLst>
      </pc:sldChg>
      <pc:sldChg chg="del">
        <pc:chgData name="Chen Terrence Yaqi" userId="fd0f25ab-de92-4d97-a7d9-a0180993481a" providerId="ADAL" clId="{D7ABF46B-58F9-5DFC-B5BE-4143A237EFDE}" dt="2026-08-17T13:18:02.044" v="18" actId="2696"/>
        <pc:sldMkLst>
          <pc:docMk/>
          <pc:sldMk cId="1241060762" sldId="291"/>
        </pc:sldMkLst>
      </pc:sldChg>
      <pc:sldChg chg="add del">
        <pc:chgData name="Chen Terrence Yaqi" userId="fd0f25ab-de92-4d97-a7d9-a0180993481a" providerId="ADAL" clId="{D7ABF46B-58F9-5DFC-B5BE-4143A237EFDE}" dt="2026-08-17T13:18:04.766" v="20" actId="2696"/>
        <pc:sldMkLst>
          <pc:docMk/>
          <pc:sldMk cId="71418308" sldId="292"/>
        </pc:sldMkLst>
      </pc:sldChg>
      <pc:sldChg chg="del">
        <pc:chgData name="Chen Terrence Yaqi" userId="fd0f25ab-de92-4d97-a7d9-a0180993481a" providerId="ADAL" clId="{D7ABF46B-58F9-5DFC-B5BE-4143A237EFDE}" dt="2026-08-17T13:18:06.859" v="22" actId="2696"/>
        <pc:sldMkLst>
          <pc:docMk/>
          <pc:sldMk cId="2776750344" sldId="293"/>
        </pc:sldMkLst>
      </pc:sldChg>
      <pc:sldChg chg="del">
        <pc:chgData name="Chen Terrence Yaqi" userId="fd0f25ab-de92-4d97-a7d9-a0180993481a" providerId="ADAL" clId="{D7ABF46B-58F9-5DFC-B5BE-4143A237EFDE}" dt="2026-08-17T13:18:06.367" v="21" actId="2696"/>
        <pc:sldMkLst>
          <pc:docMk/>
          <pc:sldMk cId="110336380" sldId="294"/>
        </pc:sldMkLst>
      </pc:sldChg>
      <pc:sldChg chg="delSp modSp mod">
        <pc:chgData name="Chen Terrence Yaqi" userId="fd0f25ab-de92-4d97-a7d9-a0180993481a" providerId="ADAL" clId="{D7ABF46B-58F9-5DFC-B5BE-4143A237EFDE}" dt="2026-08-17T13:18:19.282" v="28" actId="1076"/>
        <pc:sldMkLst>
          <pc:docMk/>
          <pc:sldMk cId="253003695" sldId="295"/>
        </pc:sldMkLst>
        <pc:picChg chg="mod">
          <ac:chgData name="Chen Terrence Yaqi" userId="fd0f25ab-de92-4d97-a7d9-a0180993481a" providerId="ADAL" clId="{D7ABF46B-58F9-5DFC-B5BE-4143A237EFDE}" dt="2026-08-17T13:18:19.282" v="28" actId="1076"/>
          <ac:picMkLst>
            <pc:docMk/>
            <pc:sldMk cId="253003695" sldId="295"/>
            <ac:picMk id="5" creationId="{CDAAF082-AC04-FD78-7690-CE0241678999}"/>
          </ac:picMkLst>
        </pc:picChg>
        <pc:picChg chg="del">
          <ac:chgData name="Chen Terrence Yaqi" userId="fd0f25ab-de92-4d97-a7d9-a0180993481a" providerId="ADAL" clId="{D7ABF46B-58F9-5DFC-B5BE-4143A237EFDE}" dt="2026-08-17T13:18:10.002" v="23" actId="478"/>
          <ac:picMkLst>
            <pc:docMk/>
            <pc:sldMk cId="253003695" sldId="295"/>
            <ac:picMk id="7" creationId="{7F532D55-EBFB-8E9E-1549-4BF29AA34578}"/>
          </ac:picMkLst>
        </pc:picChg>
        <pc:picChg chg="del">
          <ac:chgData name="Chen Terrence Yaqi" userId="fd0f25ab-de92-4d97-a7d9-a0180993481a" providerId="ADAL" clId="{D7ABF46B-58F9-5DFC-B5BE-4143A237EFDE}" dt="2026-08-17T13:18:11.435" v="24" actId="478"/>
          <ac:picMkLst>
            <pc:docMk/>
            <pc:sldMk cId="253003695" sldId="295"/>
            <ac:picMk id="9" creationId="{F386F780-8B1B-E3A6-FCF9-A14B98903C16}"/>
          </ac:picMkLst>
        </pc:picChg>
        <pc:picChg chg="del">
          <ac:chgData name="Chen Terrence Yaqi" userId="fd0f25ab-de92-4d97-a7d9-a0180993481a" providerId="ADAL" clId="{D7ABF46B-58F9-5DFC-B5BE-4143A237EFDE}" dt="2026-08-17T13:18:12.917" v="25" actId="478"/>
          <ac:picMkLst>
            <pc:docMk/>
            <pc:sldMk cId="253003695" sldId="295"/>
            <ac:picMk id="11" creationId="{8F30E6E8-9500-B9A7-D8C8-D2570185E2C3}"/>
          </ac:picMkLst>
        </pc:picChg>
      </pc:sldChg>
      <pc:sldChg chg="addSp delSp modSp new mod">
        <pc:chgData name="Chen Terrence Yaqi" userId="fd0f25ab-de92-4d97-a7d9-a0180993481a" providerId="ADAL" clId="{D7ABF46B-58F9-5DFC-B5BE-4143A237EFDE}" dt="2026-08-17T13:35:13.179" v="232" actId="1076"/>
        <pc:sldMkLst>
          <pc:docMk/>
          <pc:sldMk cId="276251838" sldId="296"/>
        </pc:sldMkLst>
        <pc:spChg chg="add mod">
          <ac:chgData name="Chen Terrence Yaqi" userId="fd0f25ab-de92-4d97-a7d9-a0180993481a" providerId="ADAL" clId="{D7ABF46B-58F9-5DFC-B5BE-4143A237EFDE}" dt="2026-08-17T13:35:13.179" v="232" actId="1076"/>
          <ac:spMkLst>
            <pc:docMk/>
            <pc:sldMk cId="276251838" sldId="296"/>
            <ac:spMk id="3" creationId="{D05E50BF-AE43-CA02-3CA7-C6D23E16DB2F}"/>
          </ac:spMkLst>
        </pc:spChg>
        <pc:spChg chg="add del mod">
          <ac:chgData name="Chen Terrence Yaqi" userId="fd0f25ab-de92-4d97-a7d9-a0180993481a" providerId="ADAL" clId="{D7ABF46B-58F9-5DFC-B5BE-4143A237EFDE}" dt="2026-08-17T13:34:42.364" v="228" actId="478"/>
          <ac:spMkLst>
            <pc:docMk/>
            <pc:sldMk cId="276251838" sldId="296"/>
            <ac:spMk id="5" creationId="{F9B8025C-CAC2-D102-01DE-EAEB68CA0C25}"/>
          </ac:spMkLst>
        </pc:spChg>
        <pc:picChg chg="add del mod">
          <ac:chgData name="Chen Terrence Yaqi" userId="fd0f25ab-de92-4d97-a7d9-a0180993481a" providerId="ADAL" clId="{D7ABF46B-58F9-5DFC-B5BE-4143A237EFDE}" dt="2026-08-17T13:34:39.493" v="226" actId="478"/>
          <ac:picMkLst>
            <pc:docMk/>
            <pc:sldMk cId="276251838" sldId="296"/>
            <ac:picMk id="2" creationId="{5A8980B3-0BB5-B171-88ED-2124895B822F}"/>
          </ac:picMkLst>
        </pc:picChg>
        <pc:picChg chg="add del mod">
          <ac:chgData name="Chen Terrence Yaqi" userId="fd0f25ab-de92-4d97-a7d9-a0180993481a" providerId="ADAL" clId="{D7ABF46B-58F9-5DFC-B5BE-4143A237EFDE}" dt="2026-08-17T13:34:40.548" v="227" actId="478"/>
          <ac:picMkLst>
            <pc:docMk/>
            <pc:sldMk cId="276251838" sldId="296"/>
            <ac:picMk id="4" creationId="{73911936-6533-05FA-7558-B57CFB9C22D1}"/>
          </ac:picMkLst>
        </pc:picChg>
        <pc:picChg chg="add del mod">
          <ac:chgData name="Chen Terrence Yaqi" userId="fd0f25ab-de92-4d97-a7d9-a0180993481a" providerId="ADAL" clId="{D7ABF46B-58F9-5DFC-B5BE-4143A237EFDE}" dt="2026-08-17T13:26:31.551" v="113" actId="21"/>
          <ac:picMkLst>
            <pc:docMk/>
            <pc:sldMk cId="276251838" sldId="296"/>
            <ac:picMk id="7" creationId="{AB29F965-053E-035D-412A-6212CA8778C7}"/>
          </ac:picMkLst>
        </pc:picChg>
      </pc:sldChg>
      <pc:sldChg chg="del">
        <pc:chgData name="Chen Terrence Yaqi" userId="fd0f25ab-de92-4d97-a7d9-a0180993481a" providerId="ADAL" clId="{D7ABF46B-58F9-5DFC-B5BE-4143A237EFDE}" dt="2026-08-17T13:18:24.464" v="30" actId="2696"/>
        <pc:sldMkLst>
          <pc:docMk/>
          <pc:sldMk cId="3176608088" sldId="296"/>
        </pc:sldMkLst>
      </pc:sldChg>
      <pc:sldChg chg="addSp delSp modSp add del mod">
        <pc:chgData name="Chen Terrence Yaqi" userId="fd0f25ab-de92-4d97-a7d9-a0180993481a" providerId="ADAL" clId="{D7ABF46B-58F9-5DFC-B5BE-4143A237EFDE}" dt="2026-08-17T13:34:37.295" v="225" actId="2696"/>
        <pc:sldMkLst>
          <pc:docMk/>
          <pc:sldMk cId="3666639895" sldId="297"/>
        </pc:sldMkLst>
        <pc:spChg chg="mod">
          <ac:chgData name="Chen Terrence Yaqi" userId="fd0f25ab-de92-4d97-a7d9-a0180993481a" providerId="ADAL" clId="{D7ABF46B-58F9-5DFC-B5BE-4143A237EFDE}" dt="2026-08-17T13:28:35.597" v="150" actId="20577"/>
          <ac:spMkLst>
            <pc:docMk/>
            <pc:sldMk cId="3666639895" sldId="297"/>
            <ac:spMk id="3" creationId="{8FB52C70-AC20-A50B-8A38-1F6A38C8D335}"/>
          </ac:spMkLst>
        </pc:spChg>
        <pc:spChg chg="mod">
          <ac:chgData name="Chen Terrence Yaqi" userId="fd0f25ab-de92-4d97-a7d9-a0180993481a" providerId="ADAL" clId="{D7ABF46B-58F9-5DFC-B5BE-4143A237EFDE}" dt="2026-08-17T13:30:23.315" v="224" actId="20577"/>
          <ac:spMkLst>
            <pc:docMk/>
            <pc:sldMk cId="3666639895" sldId="297"/>
            <ac:spMk id="5" creationId="{FB650F05-58F1-D2C7-7C2A-0CBBF9EA8CF3}"/>
          </ac:spMkLst>
        </pc:spChg>
        <pc:picChg chg="del">
          <ac:chgData name="Chen Terrence Yaqi" userId="fd0f25ab-de92-4d97-a7d9-a0180993481a" providerId="ADAL" clId="{D7ABF46B-58F9-5DFC-B5BE-4143A237EFDE}" dt="2026-08-17T13:27:55.704" v="124" actId="478"/>
          <ac:picMkLst>
            <pc:docMk/>
            <pc:sldMk cId="3666639895" sldId="297"/>
            <ac:picMk id="2" creationId="{5F2584DC-EDD3-42B6-F75E-34575F4C63B8}"/>
          </ac:picMkLst>
        </pc:picChg>
        <pc:picChg chg="del">
          <ac:chgData name="Chen Terrence Yaqi" userId="fd0f25ab-de92-4d97-a7d9-a0180993481a" providerId="ADAL" clId="{D7ABF46B-58F9-5DFC-B5BE-4143A237EFDE}" dt="2026-08-17T13:29:30.874" v="159" actId="478"/>
          <ac:picMkLst>
            <pc:docMk/>
            <pc:sldMk cId="3666639895" sldId="297"/>
            <ac:picMk id="4" creationId="{0F568DB7-5866-3CFA-30B8-5E966B0C77DD}"/>
          </ac:picMkLst>
        </pc:picChg>
        <pc:picChg chg="add mod">
          <ac:chgData name="Chen Terrence Yaqi" userId="fd0f25ab-de92-4d97-a7d9-a0180993481a" providerId="ADAL" clId="{D7ABF46B-58F9-5DFC-B5BE-4143A237EFDE}" dt="2026-08-17T13:28:05.103" v="126" actId="1076"/>
          <ac:picMkLst>
            <pc:docMk/>
            <pc:sldMk cId="3666639895" sldId="297"/>
            <ac:picMk id="6" creationId="{441DAE86-C6DA-E156-8B3F-F83571A39F7F}"/>
          </ac:picMkLst>
        </pc:picChg>
        <pc:picChg chg="add del mod">
          <ac:chgData name="Chen Terrence Yaqi" userId="fd0f25ab-de92-4d97-a7d9-a0180993481a" providerId="ADAL" clId="{D7ABF46B-58F9-5DFC-B5BE-4143A237EFDE}" dt="2026-08-17T13:29:47.656" v="172" actId="478"/>
          <ac:picMkLst>
            <pc:docMk/>
            <pc:sldMk cId="3666639895" sldId="297"/>
            <ac:picMk id="7" creationId="{7CD8DAF5-6BB4-7F56-F5B3-1CB17CF8D836}"/>
          </ac:picMkLst>
        </pc:picChg>
        <pc:picChg chg="add mod">
          <ac:chgData name="Chen Terrence Yaqi" userId="fd0f25ab-de92-4d97-a7d9-a0180993481a" providerId="ADAL" clId="{D7ABF46B-58F9-5DFC-B5BE-4143A237EFDE}" dt="2026-08-17T13:29:55.051" v="176" actId="1076"/>
          <ac:picMkLst>
            <pc:docMk/>
            <pc:sldMk cId="3666639895" sldId="297"/>
            <ac:picMk id="9" creationId="{C92703B0-5C4E-C79B-14CF-BD2F7BECAF8D}"/>
          </ac:picMkLst>
        </pc:picChg>
      </pc:sldChg>
    </pc:docChg>
  </pc:docChgLst>
  <pc:docChgLst>
    <pc:chgData name="Chen Terrence Yaqi" userId="fd0f25ab-de92-4d97-a7d9-a0180993481a" providerId="ADAL" clId="{F709EA44-118B-4F41-90C6-B7ED3FF3B9C0}"/>
    <pc:docChg chg="undo custSel addSld delSld modSld sldOrd">
      <pc:chgData name="Chen Terrence Yaqi" userId="fd0f25ab-de92-4d97-a7d9-a0180993481a" providerId="ADAL" clId="{F709EA44-118B-4F41-90C6-B7ED3FF3B9C0}" dt="2026-08-17T14:19:38.958" v="2004" actId="1076"/>
      <pc:docMkLst>
        <pc:docMk/>
      </pc:docMkLst>
      <pc:sldChg chg="modSp mod">
        <pc:chgData name="Chen Terrence Yaqi" userId="fd0f25ab-de92-4d97-a7d9-a0180993481a" providerId="ADAL" clId="{F709EA44-118B-4F41-90C6-B7ED3FF3B9C0}" dt="2026-08-17T13:08:08.109" v="1997" actId="20577"/>
        <pc:sldMkLst>
          <pc:docMk/>
          <pc:sldMk cId="0" sldId="256"/>
        </pc:sldMkLst>
        <pc:spChg chg="mod">
          <ac:chgData name="Chen Terrence Yaqi" userId="fd0f25ab-de92-4d97-a7d9-a0180993481a" providerId="ADAL" clId="{F709EA44-118B-4F41-90C6-B7ED3FF3B9C0}" dt="2026-08-17T13:08:08.109" v="1997" actId="20577"/>
          <ac:spMkLst>
            <pc:docMk/>
            <pc:sldMk cId="0" sldId="256"/>
            <ac:spMk id="4" creationId="{00000000-0000-0000-0000-000000000000}"/>
          </ac:spMkLst>
        </pc:spChg>
      </pc:sldChg>
      <pc:sldChg chg="modSp">
        <pc:chgData name="Chen Terrence Yaqi" userId="fd0f25ab-de92-4d97-a7d9-a0180993481a" providerId="ADAL" clId="{F709EA44-118B-4F41-90C6-B7ED3FF3B9C0}" dt="2026-08-17T09:12:08.496" v="749"/>
        <pc:sldMkLst>
          <pc:docMk/>
          <pc:sldMk cId="0" sldId="257"/>
        </pc:sldMkLst>
        <pc:spChg chg="mod">
          <ac:chgData name="Chen Terrence Yaqi" userId="fd0f25ab-de92-4d97-a7d9-a0180993481a" providerId="ADAL" clId="{F709EA44-118B-4F41-90C6-B7ED3FF3B9C0}" dt="2026-08-17T09:12:08.496" v="749"/>
          <ac:spMkLst>
            <pc:docMk/>
            <pc:sldMk cId="0" sldId="257"/>
            <ac:spMk id="8" creationId="{00000000-0000-0000-0000-000000000000}"/>
          </ac:spMkLst>
        </pc:spChg>
      </pc:sldChg>
      <pc:sldChg chg="addSp delSp modSp mod">
        <pc:chgData name="Chen Terrence Yaqi" userId="fd0f25ab-de92-4d97-a7d9-a0180993481a" providerId="ADAL" clId="{F709EA44-118B-4F41-90C6-B7ED3FF3B9C0}" dt="2026-08-16T16:33:24.364" v="24" actId="1076"/>
        <pc:sldMkLst>
          <pc:docMk/>
          <pc:sldMk cId="0" sldId="259"/>
        </pc:sldMkLst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8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1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2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3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5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6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7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2:40.524" v="8" actId="20577"/>
          <ac:spMkLst>
            <pc:docMk/>
            <pc:sldMk cId="0" sldId="259"/>
            <ac:spMk id="18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19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20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21.035" v="23" actId="164"/>
          <ac:spMkLst>
            <pc:docMk/>
            <pc:sldMk cId="0" sldId="259"/>
            <ac:spMk id="22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33:05.233" v="21" actId="20577"/>
          <ac:spMkLst>
            <pc:docMk/>
            <pc:sldMk cId="0" sldId="259"/>
            <ac:spMk id="23" creationId="{00000000-0000-0000-0000-000000000000}"/>
          </ac:spMkLst>
        </pc:spChg>
        <pc:spChg chg="del">
          <ac:chgData name="Chen Terrence Yaqi" userId="fd0f25ab-de92-4d97-a7d9-a0180993481a" providerId="ADAL" clId="{F709EA44-118B-4F41-90C6-B7ED3FF3B9C0}" dt="2026-08-16T16:32:45.126" v="9" actId="478"/>
          <ac:spMkLst>
            <pc:docMk/>
            <pc:sldMk cId="0" sldId="259"/>
            <ac:spMk id="24" creationId="{00000000-0000-0000-0000-000000000000}"/>
          </ac:spMkLst>
        </pc:spChg>
        <pc:spChg chg="del">
          <ac:chgData name="Chen Terrence Yaqi" userId="fd0f25ab-de92-4d97-a7d9-a0180993481a" providerId="ADAL" clId="{F709EA44-118B-4F41-90C6-B7ED3FF3B9C0}" dt="2026-08-16T16:32:49.556" v="12" actId="478"/>
          <ac:spMkLst>
            <pc:docMk/>
            <pc:sldMk cId="0" sldId="259"/>
            <ac:spMk id="25" creationId="{00000000-0000-0000-0000-000000000000}"/>
          </ac:spMkLst>
        </pc:spChg>
        <pc:spChg chg="del">
          <ac:chgData name="Chen Terrence Yaqi" userId="fd0f25ab-de92-4d97-a7d9-a0180993481a" providerId="ADAL" clId="{F709EA44-118B-4F41-90C6-B7ED3FF3B9C0}" dt="2026-08-16T16:32:47.610" v="11" actId="478"/>
          <ac:spMkLst>
            <pc:docMk/>
            <pc:sldMk cId="0" sldId="259"/>
            <ac:spMk id="26" creationId="{00000000-0000-0000-0000-000000000000}"/>
          </ac:spMkLst>
        </pc:spChg>
        <pc:spChg chg="del">
          <ac:chgData name="Chen Terrence Yaqi" userId="fd0f25ab-de92-4d97-a7d9-a0180993481a" providerId="ADAL" clId="{F709EA44-118B-4F41-90C6-B7ED3FF3B9C0}" dt="2026-08-16T16:32:46.953" v="10" actId="478"/>
          <ac:spMkLst>
            <pc:docMk/>
            <pc:sldMk cId="0" sldId="259"/>
            <ac:spMk id="27" creationId="{00000000-0000-0000-0000-000000000000}"/>
          </ac:spMkLst>
        </pc:spChg>
        <pc:grpChg chg="mod">
          <ac:chgData name="Chen Terrence Yaqi" userId="fd0f25ab-de92-4d97-a7d9-a0180993481a" providerId="ADAL" clId="{F709EA44-118B-4F41-90C6-B7ED3FF3B9C0}" dt="2026-08-16T16:33:24.364" v="24" actId="1076"/>
          <ac:grpSpMkLst>
            <pc:docMk/>
            <pc:sldMk cId="0" sldId="259"/>
            <ac:grpSpMk id="28" creationId="{B9247731-431F-B961-9FA5-C2DE86B29221}"/>
          </ac:grpSpMkLst>
        </pc:grpChg>
      </pc:sldChg>
      <pc:sldChg chg="modSp mod">
        <pc:chgData name="Chen Terrence Yaqi" userId="fd0f25ab-de92-4d97-a7d9-a0180993481a" providerId="ADAL" clId="{F709EA44-118B-4F41-90C6-B7ED3FF3B9C0}" dt="2026-08-16T16:33:42.669" v="27" actId="403"/>
        <pc:sldMkLst>
          <pc:docMk/>
          <pc:sldMk cId="0" sldId="260"/>
        </pc:sldMkLst>
        <pc:graphicFrameChg chg="modGraphic">
          <ac:chgData name="Chen Terrence Yaqi" userId="fd0f25ab-de92-4d97-a7d9-a0180993481a" providerId="ADAL" clId="{F709EA44-118B-4F41-90C6-B7ED3FF3B9C0}" dt="2026-08-16T16:33:42.669" v="27" actId="403"/>
          <ac:graphicFrameMkLst>
            <pc:docMk/>
            <pc:sldMk cId="0" sldId="260"/>
            <ac:graphicFrameMk id="8" creationId="{00000000-0000-0000-0000-000000000000}"/>
          </ac:graphicFrameMkLst>
        </pc:graphicFrameChg>
      </pc:sldChg>
      <pc:sldChg chg="addSp modSp mod ord">
        <pc:chgData name="Chen Terrence Yaqi" userId="fd0f25ab-de92-4d97-a7d9-a0180993481a" providerId="ADAL" clId="{F709EA44-118B-4F41-90C6-B7ED3FF3B9C0}" dt="2026-08-17T09:11:08.113" v="744"/>
        <pc:sldMkLst>
          <pc:docMk/>
          <pc:sldMk cId="0" sldId="261"/>
        </pc:sldMkLst>
        <pc:spChg chg="add mod">
          <ac:chgData name="Chen Terrence Yaqi" userId="fd0f25ab-de92-4d97-a7d9-a0180993481a" providerId="ADAL" clId="{F709EA44-118B-4F41-90C6-B7ED3FF3B9C0}" dt="2026-08-16T16:53:33.967" v="142" actId="1076"/>
          <ac:spMkLst>
            <pc:docMk/>
            <pc:sldMk cId="0" sldId="261"/>
            <ac:spMk id="12" creationId="{851A6F31-585A-6F78-5867-684DF1E41BAD}"/>
          </ac:spMkLst>
        </pc:spChg>
        <pc:picChg chg="mod">
          <ac:chgData name="Chen Terrence Yaqi" userId="fd0f25ab-de92-4d97-a7d9-a0180993481a" providerId="ADAL" clId="{F709EA44-118B-4F41-90C6-B7ED3FF3B9C0}" dt="2026-08-16T16:53:31.601" v="141" actId="1076"/>
          <ac:picMkLst>
            <pc:docMk/>
            <pc:sldMk cId="0" sldId="261"/>
            <ac:picMk id="9" creationId="{9A868359-04B7-F729-B112-C72032DCC744}"/>
          </ac:picMkLst>
        </pc:picChg>
        <pc:picChg chg="add mod">
          <ac:chgData name="Chen Terrence Yaqi" userId="fd0f25ab-de92-4d97-a7d9-a0180993481a" providerId="ADAL" clId="{F709EA44-118B-4F41-90C6-B7ED3FF3B9C0}" dt="2026-08-16T16:53:29.098" v="140" actId="1076"/>
          <ac:picMkLst>
            <pc:docMk/>
            <pc:sldMk cId="0" sldId="261"/>
            <ac:picMk id="10" creationId="{F35C0717-58E1-714E-CD00-67DE9A593F0F}"/>
          </ac:picMkLst>
        </pc:picChg>
      </pc:sldChg>
      <pc:sldChg chg="addSp delSp modSp mod ord">
        <pc:chgData name="Chen Terrence Yaqi" userId="fd0f25ab-de92-4d97-a7d9-a0180993481a" providerId="ADAL" clId="{F709EA44-118B-4F41-90C6-B7ED3FF3B9C0}" dt="2026-08-17T11:09:23.736" v="1157" actId="1076"/>
        <pc:sldMkLst>
          <pc:docMk/>
          <pc:sldMk cId="0" sldId="262"/>
        </pc:sldMkLst>
        <pc:spChg chg="mod">
          <ac:chgData name="Chen Terrence Yaqi" userId="fd0f25ab-de92-4d97-a7d9-a0180993481a" providerId="ADAL" clId="{F709EA44-118B-4F41-90C6-B7ED3FF3B9C0}" dt="2026-08-17T11:09:17.853" v="1156" actId="1076"/>
          <ac:spMkLst>
            <pc:docMk/>
            <pc:sldMk cId="0" sldId="262"/>
            <ac:spMk id="2" creationId="{00000000-0000-0000-0000-000000000000}"/>
          </ac:spMkLst>
        </pc:spChg>
        <pc:spChg chg="del mod">
          <ac:chgData name="Chen Terrence Yaqi" userId="fd0f25ab-de92-4d97-a7d9-a0180993481a" providerId="ADAL" clId="{F709EA44-118B-4F41-90C6-B7ED3FF3B9C0}" dt="2026-08-16T16:47:25.403" v="81" actId="21"/>
          <ac:spMkLst>
            <pc:docMk/>
            <pc:sldMk cId="0" sldId="262"/>
            <ac:spMk id="9" creationId="{00000000-0000-0000-0000-000000000000}"/>
          </ac:spMkLst>
        </pc:spChg>
        <pc:spChg chg="add mod">
          <ac:chgData name="Chen Terrence Yaqi" userId="fd0f25ab-de92-4d97-a7d9-a0180993481a" providerId="ADAL" clId="{F709EA44-118B-4F41-90C6-B7ED3FF3B9C0}" dt="2026-08-17T11:09:03.482" v="1153" actId="1076"/>
          <ac:spMkLst>
            <pc:docMk/>
            <pc:sldMk cId="0" sldId="262"/>
            <ac:spMk id="13" creationId="{A14F5899-501A-5BEB-5A77-56BE60B5E53D}"/>
          </ac:spMkLst>
        </pc:spChg>
        <pc:picChg chg="add del mod modCrop">
          <ac:chgData name="Chen Terrence Yaqi" userId="fd0f25ab-de92-4d97-a7d9-a0180993481a" providerId="ADAL" clId="{F709EA44-118B-4F41-90C6-B7ED3FF3B9C0}" dt="2026-08-17T11:08:19.382" v="1138" actId="478"/>
          <ac:picMkLst>
            <pc:docMk/>
            <pc:sldMk cId="0" sldId="262"/>
            <ac:picMk id="9" creationId="{5FDD3336-655F-6142-D8D9-5787EE037FF7}"/>
          </ac:picMkLst>
        </pc:picChg>
        <pc:picChg chg="add del mod">
          <ac:chgData name="Chen Terrence Yaqi" userId="fd0f25ab-de92-4d97-a7d9-a0180993481a" providerId="ADAL" clId="{F709EA44-118B-4F41-90C6-B7ED3FF3B9C0}" dt="2026-08-16T16:48:49.502" v="95" actId="478"/>
          <ac:picMkLst>
            <pc:docMk/>
            <pc:sldMk cId="0" sldId="262"/>
            <ac:picMk id="10" creationId="{6BD0917A-404F-9DFD-2605-5C3B4522A7AD}"/>
          </ac:picMkLst>
        </pc:picChg>
        <pc:picChg chg="add mod">
          <ac:chgData name="Chen Terrence Yaqi" userId="fd0f25ab-de92-4d97-a7d9-a0180993481a" providerId="ADAL" clId="{F709EA44-118B-4F41-90C6-B7ED3FF3B9C0}" dt="2026-08-17T11:09:23.736" v="1157" actId="1076"/>
          <ac:picMkLst>
            <pc:docMk/>
            <pc:sldMk cId="0" sldId="262"/>
            <ac:picMk id="11" creationId="{654C3C96-1DD5-1247-946E-96ABB225C53A}"/>
          </ac:picMkLst>
        </pc:picChg>
        <pc:picChg chg="del">
          <ac:chgData name="Chen Terrence Yaqi" userId="fd0f25ab-de92-4d97-a7d9-a0180993481a" providerId="ADAL" clId="{F709EA44-118B-4F41-90C6-B7ED3FF3B9C0}" dt="2026-08-16T16:47:12.447" v="77" actId="478"/>
          <ac:picMkLst>
            <pc:docMk/>
            <pc:sldMk cId="0" sldId="262"/>
            <ac:picMk id="11" creationId="{E95E81C3-93A3-C9DA-AE67-9E1B2E26E1CC}"/>
          </ac:picMkLst>
        </pc:picChg>
        <pc:picChg chg="add del mod">
          <ac:chgData name="Chen Terrence Yaqi" userId="fd0f25ab-de92-4d97-a7d9-a0180993481a" providerId="ADAL" clId="{F709EA44-118B-4F41-90C6-B7ED3FF3B9C0}" dt="2026-08-16T16:50:27.911" v="102" actId="478"/>
          <ac:picMkLst>
            <pc:docMk/>
            <pc:sldMk cId="0" sldId="262"/>
            <ac:picMk id="15" creationId="{E0230B56-4109-96F2-816F-CF9E740FDAAD}"/>
          </ac:picMkLst>
        </pc:picChg>
        <pc:picChg chg="add del mod">
          <ac:chgData name="Chen Terrence Yaqi" userId="fd0f25ab-de92-4d97-a7d9-a0180993481a" providerId="ADAL" clId="{F709EA44-118B-4F41-90C6-B7ED3FF3B9C0}" dt="2026-08-17T11:07:25.633" v="1130" actId="478"/>
          <ac:picMkLst>
            <pc:docMk/>
            <pc:sldMk cId="0" sldId="262"/>
            <ac:picMk id="17" creationId="{B767C049-17F3-20F7-4EF9-DA101AAD6D29}"/>
          </ac:picMkLst>
        </pc:picChg>
      </pc:sldChg>
      <pc:sldChg chg="addSp delSp modSp mod ord">
        <pc:chgData name="Chen Terrence Yaqi" userId="fd0f25ab-de92-4d97-a7d9-a0180993481a" providerId="ADAL" clId="{F709EA44-118B-4F41-90C6-B7ED3FF3B9C0}" dt="2026-08-17T09:11:11.609" v="746"/>
        <pc:sldMkLst>
          <pc:docMk/>
          <pc:sldMk cId="0" sldId="263"/>
        </pc:sldMkLst>
        <pc:spChg chg="mod">
          <ac:chgData name="Chen Terrence Yaqi" userId="fd0f25ab-de92-4d97-a7d9-a0180993481a" providerId="ADAL" clId="{F709EA44-118B-4F41-90C6-B7ED3FF3B9C0}" dt="2026-08-16T16:52:18.006" v="108"/>
          <ac:spMkLst>
            <pc:docMk/>
            <pc:sldMk cId="0" sldId="263"/>
            <ac:spMk id="2" creationId="{00000000-0000-0000-0000-000000000000}"/>
          </ac:spMkLst>
        </pc:spChg>
        <pc:spChg chg="mod">
          <ac:chgData name="Chen Terrence Yaqi" userId="fd0f25ab-de92-4d97-a7d9-a0180993481a" providerId="ADAL" clId="{F709EA44-118B-4F41-90C6-B7ED3FF3B9C0}" dt="2026-08-16T16:53:06.424" v="137" actId="13926"/>
          <ac:spMkLst>
            <pc:docMk/>
            <pc:sldMk cId="0" sldId="263"/>
            <ac:spMk id="4" creationId="{00000000-0000-0000-0000-000000000000}"/>
          </ac:spMkLst>
        </pc:spChg>
        <pc:spChg chg="add del mod">
          <ac:chgData name="Chen Terrence Yaqi" userId="fd0f25ab-de92-4d97-a7d9-a0180993481a" providerId="ADAL" clId="{F709EA44-118B-4F41-90C6-B7ED3FF3B9C0}" dt="2026-08-16T16:53:19.229" v="138" actId="21"/>
          <ac:spMkLst>
            <pc:docMk/>
            <pc:sldMk cId="0" sldId="263"/>
            <ac:spMk id="11" creationId="{030A775C-21BD-AB76-B3DF-00496242BB91}"/>
          </ac:spMkLst>
        </pc:spChg>
        <pc:spChg chg="add mod">
          <ac:chgData name="Chen Terrence Yaqi" userId="fd0f25ab-de92-4d97-a7d9-a0180993481a" providerId="ADAL" clId="{F709EA44-118B-4F41-90C6-B7ED3FF3B9C0}" dt="2026-08-16T17:16:20.698" v="149" actId="1076"/>
          <ac:spMkLst>
            <pc:docMk/>
            <pc:sldMk cId="0" sldId="263"/>
            <ac:spMk id="15" creationId="{6F7F271F-99D7-E2F9-0FFC-6DF66F1034A1}"/>
          </ac:spMkLst>
        </pc:spChg>
        <pc:picChg chg="del">
          <ac:chgData name="Chen Terrence Yaqi" userId="fd0f25ab-de92-4d97-a7d9-a0180993481a" providerId="ADAL" clId="{F709EA44-118B-4F41-90C6-B7ED3FF3B9C0}" dt="2026-08-16T16:38:55.634" v="76" actId="478"/>
          <ac:picMkLst>
            <pc:docMk/>
            <pc:sldMk cId="0" sldId="263"/>
            <ac:picMk id="8" creationId="{00000000-0000-0000-0000-000000000000}"/>
          </ac:picMkLst>
        </pc:picChg>
        <pc:picChg chg="add del mod">
          <ac:chgData name="Chen Terrence Yaqi" userId="fd0f25ab-de92-4d97-a7d9-a0180993481a" providerId="ADAL" clId="{F709EA44-118B-4F41-90C6-B7ED3FF3B9C0}" dt="2026-08-16T16:53:19.229" v="138" actId="21"/>
          <ac:picMkLst>
            <pc:docMk/>
            <pc:sldMk cId="0" sldId="263"/>
            <ac:picMk id="10" creationId="{C1522557-713C-5728-1785-8A4B12269F49}"/>
          </ac:picMkLst>
        </pc:picChg>
        <pc:picChg chg="add mod">
          <ac:chgData name="Chen Terrence Yaqi" userId="fd0f25ab-de92-4d97-a7d9-a0180993481a" providerId="ADAL" clId="{F709EA44-118B-4F41-90C6-B7ED3FF3B9C0}" dt="2026-08-16T17:16:10.795" v="147" actId="14100"/>
          <ac:picMkLst>
            <pc:docMk/>
            <pc:sldMk cId="0" sldId="263"/>
            <ac:picMk id="13" creationId="{D4B710B9-D3B9-97ED-4D5E-C1E6B020F5E8}"/>
          </ac:picMkLst>
        </pc:picChg>
      </pc:sldChg>
      <pc:sldChg chg="del">
        <pc:chgData name="Chen Terrence Yaqi" userId="fd0f25ab-de92-4d97-a7d9-a0180993481a" providerId="ADAL" clId="{F709EA44-118B-4F41-90C6-B7ED3FF3B9C0}" dt="2026-08-16T17:32:13.787" v="346" actId="47"/>
        <pc:sldMkLst>
          <pc:docMk/>
          <pc:sldMk cId="0" sldId="264"/>
        </pc:sldMkLst>
      </pc:sldChg>
      <pc:sldChg chg="del">
        <pc:chgData name="Chen Terrence Yaqi" userId="fd0f25ab-de92-4d97-a7d9-a0180993481a" providerId="ADAL" clId="{F709EA44-118B-4F41-90C6-B7ED3FF3B9C0}" dt="2026-08-16T17:16:28.568" v="150" actId="47"/>
        <pc:sldMkLst>
          <pc:docMk/>
          <pc:sldMk cId="0" sldId="265"/>
        </pc:sldMkLst>
      </pc:sldChg>
      <pc:sldChg chg="del">
        <pc:chgData name="Chen Terrence Yaqi" userId="fd0f25ab-de92-4d97-a7d9-a0180993481a" providerId="ADAL" clId="{F709EA44-118B-4F41-90C6-B7ED3FF3B9C0}" dt="2026-08-17T13:02:21.247" v="1947" actId="47"/>
        <pc:sldMkLst>
          <pc:docMk/>
          <pc:sldMk cId="0" sldId="267"/>
        </pc:sldMkLst>
      </pc:sldChg>
      <pc:sldChg chg="del">
        <pc:chgData name="Chen Terrence Yaqi" userId="fd0f25ab-de92-4d97-a7d9-a0180993481a" providerId="ADAL" clId="{F709EA44-118B-4F41-90C6-B7ED3FF3B9C0}" dt="2026-08-17T13:02:04.838" v="1945" actId="2696"/>
        <pc:sldMkLst>
          <pc:docMk/>
          <pc:sldMk cId="0" sldId="268"/>
        </pc:sldMkLst>
      </pc:sldChg>
      <pc:sldChg chg="add">
        <pc:chgData name="Chen Terrence Yaqi" userId="fd0f25ab-de92-4d97-a7d9-a0180993481a" providerId="ADAL" clId="{F709EA44-118B-4F41-90C6-B7ED3FF3B9C0}" dt="2026-08-17T13:02:12.960" v="1946"/>
        <pc:sldMkLst>
          <pc:docMk/>
          <pc:sldMk cId="1104507518" sldId="268"/>
        </pc:sldMkLst>
      </pc:sldChg>
      <pc:sldChg chg="del">
        <pc:chgData name="Chen Terrence Yaqi" userId="fd0f25ab-de92-4d97-a7d9-a0180993481a" providerId="ADAL" clId="{F709EA44-118B-4F41-90C6-B7ED3FF3B9C0}" dt="2026-08-17T13:00:36.403" v="1941" actId="47"/>
        <pc:sldMkLst>
          <pc:docMk/>
          <pc:sldMk cId="0" sldId="269"/>
        </pc:sldMkLst>
      </pc:sldChg>
      <pc:sldChg chg="del">
        <pc:chgData name="Chen Terrence Yaqi" userId="fd0f25ab-de92-4d97-a7d9-a0180993481a" providerId="ADAL" clId="{F709EA44-118B-4F41-90C6-B7ED3FF3B9C0}" dt="2026-08-17T13:00:37.795" v="1942" actId="47"/>
        <pc:sldMkLst>
          <pc:docMk/>
          <pc:sldMk cId="0" sldId="270"/>
        </pc:sldMkLst>
      </pc:sldChg>
      <pc:sldChg chg="del">
        <pc:chgData name="Chen Terrence Yaqi" userId="fd0f25ab-de92-4d97-a7d9-a0180993481a" providerId="ADAL" clId="{F709EA44-118B-4F41-90C6-B7ED3FF3B9C0}" dt="2026-08-17T13:00:47.892" v="1943" actId="47"/>
        <pc:sldMkLst>
          <pc:docMk/>
          <pc:sldMk cId="0" sldId="271"/>
        </pc:sldMkLst>
      </pc:sldChg>
      <pc:sldChg chg="del">
        <pc:chgData name="Chen Terrence Yaqi" userId="fd0f25ab-de92-4d97-a7d9-a0180993481a" providerId="ADAL" clId="{F709EA44-118B-4F41-90C6-B7ED3FF3B9C0}" dt="2026-08-17T13:00:54.975" v="1944" actId="47"/>
        <pc:sldMkLst>
          <pc:docMk/>
          <pc:sldMk cId="0" sldId="272"/>
        </pc:sldMkLst>
      </pc:sldChg>
      <pc:sldChg chg="modSp mod">
        <pc:chgData name="Chen Terrence Yaqi" userId="fd0f25ab-de92-4d97-a7d9-a0180993481a" providerId="ADAL" clId="{F709EA44-118B-4F41-90C6-B7ED3FF3B9C0}" dt="2026-08-17T10:11:08.679" v="1128" actId="20577"/>
        <pc:sldMkLst>
          <pc:docMk/>
          <pc:sldMk cId="584264589" sldId="274"/>
        </pc:sldMkLst>
        <pc:spChg chg="mod">
          <ac:chgData name="Chen Terrence Yaqi" userId="fd0f25ab-de92-4d97-a7d9-a0180993481a" providerId="ADAL" clId="{F709EA44-118B-4F41-90C6-B7ED3FF3B9C0}" dt="2026-08-16T17:32:44.751" v="375" actId="20577"/>
          <ac:spMkLst>
            <pc:docMk/>
            <pc:sldMk cId="584264589" sldId="274"/>
            <ac:spMk id="2" creationId="{4ED1C83C-7EF4-4EF0-8AC1-E96BD87B962A}"/>
          </ac:spMkLst>
        </pc:spChg>
        <pc:spChg chg="mod">
          <ac:chgData name="Chen Terrence Yaqi" userId="fd0f25ab-de92-4d97-a7d9-a0180993481a" providerId="ADAL" clId="{F709EA44-118B-4F41-90C6-B7ED3FF3B9C0}" dt="2026-08-16T17:41:28.374" v="523" actId="1076"/>
          <ac:spMkLst>
            <pc:docMk/>
            <pc:sldMk cId="584264589" sldId="274"/>
            <ac:spMk id="8" creationId="{ECDF3DD6-B010-49CC-BF4F-F385485C684B}"/>
          </ac:spMkLst>
        </pc:spChg>
        <pc:spChg chg="mod">
          <ac:chgData name="Chen Terrence Yaqi" userId="fd0f25ab-de92-4d97-a7d9-a0180993481a" providerId="ADAL" clId="{F709EA44-118B-4F41-90C6-B7ED3FF3B9C0}" dt="2026-08-16T17:44:24.152" v="531" actId="1076"/>
          <ac:spMkLst>
            <pc:docMk/>
            <pc:sldMk cId="584264589" sldId="274"/>
            <ac:spMk id="9" creationId="{787C9841-FF88-4D4E-AA6C-8A193C4723D4}"/>
          </ac:spMkLst>
        </pc:spChg>
        <pc:spChg chg="mod">
          <ac:chgData name="Chen Terrence Yaqi" userId="fd0f25ab-de92-4d97-a7d9-a0180993481a" providerId="ADAL" clId="{F709EA44-118B-4F41-90C6-B7ED3FF3B9C0}" dt="2026-08-17T10:11:01.902" v="1127" actId="108"/>
          <ac:spMkLst>
            <pc:docMk/>
            <pc:sldMk cId="584264589" sldId="274"/>
            <ac:spMk id="14" creationId="{CFA48AD0-07F9-423D-9CDB-C34041D9C641}"/>
          </ac:spMkLst>
        </pc:spChg>
        <pc:spChg chg="mod">
          <ac:chgData name="Chen Terrence Yaqi" userId="fd0f25ab-de92-4d97-a7d9-a0180993481a" providerId="ADAL" clId="{F709EA44-118B-4F41-90C6-B7ED3FF3B9C0}" dt="2026-08-16T17:40:52.048" v="511" actId="1076"/>
          <ac:spMkLst>
            <pc:docMk/>
            <pc:sldMk cId="584264589" sldId="274"/>
            <ac:spMk id="15" creationId="{9645B9F1-427D-473B-89A2-6C755197386B}"/>
          </ac:spMkLst>
        </pc:spChg>
        <pc:spChg chg="mod">
          <ac:chgData name="Chen Terrence Yaqi" userId="fd0f25ab-de92-4d97-a7d9-a0180993481a" providerId="ADAL" clId="{F709EA44-118B-4F41-90C6-B7ED3FF3B9C0}" dt="2026-08-17T10:11:08.679" v="1128" actId="20577"/>
          <ac:spMkLst>
            <pc:docMk/>
            <pc:sldMk cId="584264589" sldId="274"/>
            <ac:spMk id="19" creationId="{8CB6E57B-BBC5-4764-8E29-F4C92174A8F9}"/>
          </ac:spMkLst>
        </pc:spChg>
        <pc:spChg chg="mod">
          <ac:chgData name="Chen Terrence Yaqi" userId="fd0f25ab-de92-4d97-a7d9-a0180993481a" providerId="ADAL" clId="{F709EA44-118B-4F41-90C6-B7ED3FF3B9C0}" dt="2026-08-16T17:38:22.347" v="462" actId="20577"/>
          <ac:spMkLst>
            <pc:docMk/>
            <pc:sldMk cId="584264589" sldId="274"/>
            <ac:spMk id="20" creationId="{647C0D22-9731-46D7-9108-06E9A3AE4CF5}"/>
          </ac:spMkLst>
        </pc:spChg>
        <pc:spChg chg="mod">
          <ac:chgData name="Chen Terrence Yaqi" userId="fd0f25ab-de92-4d97-a7d9-a0180993481a" providerId="ADAL" clId="{F709EA44-118B-4F41-90C6-B7ED3FF3B9C0}" dt="2026-08-16T17:40:31.551" v="507" actId="1076"/>
          <ac:spMkLst>
            <pc:docMk/>
            <pc:sldMk cId="584264589" sldId="274"/>
            <ac:spMk id="21" creationId="{72A8EB44-5E42-421D-B89D-6823AA8C8A25}"/>
          </ac:spMkLst>
        </pc:spChg>
        <pc:spChg chg="mod">
          <ac:chgData name="Chen Terrence Yaqi" userId="fd0f25ab-de92-4d97-a7d9-a0180993481a" providerId="ADAL" clId="{F709EA44-118B-4F41-90C6-B7ED3FF3B9C0}" dt="2026-08-16T17:43:12.617" v="528"/>
          <ac:spMkLst>
            <pc:docMk/>
            <pc:sldMk cId="584264589" sldId="274"/>
            <ac:spMk id="22" creationId="{961C28F3-AD1E-4910-AAE4-66563CF2BBC2}"/>
          </ac:spMkLst>
        </pc:spChg>
      </pc:sldChg>
      <pc:sldChg chg="addSp modSp mod">
        <pc:chgData name="Chen Terrence Yaqi" userId="fd0f25ab-de92-4d97-a7d9-a0180993481a" providerId="ADAL" clId="{F709EA44-118B-4F41-90C6-B7ED3FF3B9C0}" dt="2026-08-17T11:46:32.254" v="1319" actId="1076"/>
        <pc:sldMkLst>
          <pc:docMk/>
          <pc:sldMk cId="1393030118" sldId="275"/>
        </pc:sldMkLst>
        <pc:spChg chg="mod">
          <ac:chgData name="Chen Terrence Yaqi" userId="fd0f25ab-de92-4d97-a7d9-a0180993481a" providerId="ADAL" clId="{F709EA44-118B-4F41-90C6-B7ED3FF3B9C0}" dt="2026-08-17T11:41:58.731" v="1279"/>
          <ac:spMkLst>
            <pc:docMk/>
            <pc:sldMk cId="1393030118" sldId="275"/>
            <ac:spMk id="7" creationId="{D3194691-C257-434B-BE46-B9BA9B7E2D8B}"/>
          </ac:spMkLst>
        </pc:spChg>
        <pc:spChg chg="mod">
          <ac:chgData name="Chen Terrence Yaqi" userId="fd0f25ab-de92-4d97-a7d9-a0180993481a" providerId="ADAL" clId="{F709EA44-118B-4F41-90C6-B7ED3FF3B9C0}" dt="2026-08-17T11:46:32.254" v="1319" actId="1076"/>
          <ac:spMkLst>
            <pc:docMk/>
            <pc:sldMk cId="1393030118" sldId="275"/>
            <ac:spMk id="9" creationId="{05163E14-23F6-464C-8A79-C281D2026393}"/>
          </ac:spMkLst>
        </pc:spChg>
        <pc:spChg chg="mod">
          <ac:chgData name="Chen Terrence Yaqi" userId="fd0f25ab-de92-4d97-a7d9-a0180993481a" providerId="ADAL" clId="{F709EA44-118B-4F41-90C6-B7ED3FF3B9C0}" dt="2026-08-17T11:42:36.372" v="1286" actId="1076"/>
          <ac:spMkLst>
            <pc:docMk/>
            <pc:sldMk cId="1393030118" sldId="275"/>
            <ac:spMk id="12" creationId="{E7C116C2-9859-4E90-B40D-2174FCE2D00C}"/>
          </ac:spMkLst>
        </pc:spChg>
        <pc:spChg chg="mod">
          <ac:chgData name="Chen Terrence Yaqi" userId="fd0f25ab-de92-4d97-a7d9-a0180993481a" providerId="ADAL" clId="{F709EA44-118B-4F41-90C6-B7ED3FF3B9C0}" dt="2026-08-17T11:42:28.563" v="1283" actId="1076"/>
          <ac:spMkLst>
            <pc:docMk/>
            <pc:sldMk cId="1393030118" sldId="275"/>
            <ac:spMk id="15" creationId="{CAE61713-32F9-46F0-9472-F464AC6AB9E6}"/>
          </ac:spMkLst>
        </pc:spChg>
        <pc:spChg chg="mod ord">
          <ac:chgData name="Chen Terrence Yaqi" userId="fd0f25ab-de92-4d97-a7d9-a0180993481a" providerId="ADAL" clId="{F709EA44-118B-4F41-90C6-B7ED3FF3B9C0}" dt="2026-08-17T09:16:16.118" v="798" actId="1076"/>
          <ac:spMkLst>
            <pc:docMk/>
            <pc:sldMk cId="1393030118" sldId="275"/>
            <ac:spMk id="18" creationId="{D50061F2-86E4-468B-9AF4-2CFE1E2DBD3C}"/>
          </ac:spMkLst>
        </pc:spChg>
        <pc:spChg chg="mod">
          <ac:chgData name="Chen Terrence Yaqi" userId="fd0f25ab-de92-4d97-a7d9-a0180993481a" providerId="ADAL" clId="{F709EA44-118B-4F41-90C6-B7ED3FF3B9C0}" dt="2026-08-17T11:45:26.760" v="1292" actId="1076"/>
          <ac:spMkLst>
            <pc:docMk/>
            <pc:sldMk cId="1393030118" sldId="275"/>
            <ac:spMk id="19" creationId="{1F66D045-9E70-48B7-B0A4-F9D888A4BB59}"/>
          </ac:spMkLst>
        </pc:spChg>
        <pc:spChg chg="mod">
          <ac:chgData name="Chen Terrence Yaqi" userId="fd0f25ab-de92-4d97-a7d9-a0180993481a" providerId="ADAL" clId="{F709EA44-118B-4F41-90C6-B7ED3FF3B9C0}" dt="2026-08-17T11:45:44.236" v="1297" actId="1076"/>
          <ac:spMkLst>
            <pc:docMk/>
            <pc:sldMk cId="1393030118" sldId="275"/>
            <ac:spMk id="20" creationId="{7DE022AF-2FF8-44A6-BB8F-EC2DA9D17A28}"/>
          </ac:spMkLst>
        </pc:spChg>
        <pc:spChg chg="mod">
          <ac:chgData name="Chen Terrence Yaqi" userId="fd0f25ab-de92-4d97-a7d9-a0180993481a" providerId="ADAL" clId="{F709EA44-118B-4F41-90C6-B7ED3FF3B9C0}" dt="2026-08-17T09:16:33.354" v="799" actId="1076"/>
          <ac:spMkLst>
            <pc:docMk/>
            <pc:sldMk cId="1393030118" sldId="275"/>
            <ac:spMk id="23" creationId="{FF9AD598-DE59-4A7A-B349-03A9D8969546}"/>
          </ac:spMkLst>
        </pc:spChg>
        <pc:spChg chg="mod">
          <ac:chgData name="Chen Terrence Yaqi" userId="fd0f25ab-de92-4d97-a7d9-a0180993481a" providerId="ADAL" clId="{F709EA44-118B-4F41-90C6-B7ED3FF3B9C0}" dt="2026-08-16T17:23:56.756" v="238" actId="20577"/>
          <ac:spMkLst>
            <pc:docMk/>
            <pc:sldMk cId="1393030118" sldId="275"/>
            <ac:spMk id="24" creationId="{59F18F94-AA8C-4FAD-BD46-29DE2EB908B1}"/>
          </ac:spMkLst>
        </pc:spChg>
        <pc:spChg chg="add mod">
          <ac:chgData name="Chen Terrence Yaqi" userId="fd0f25ab-de92-4d97-a7d9-a0180993481a" providerId="ADAL" clId="{F709EA44-118B-4F41-90C6-B7ED3FF3B9C0}" dt="2026-08-17T11:46:24.593" v="1317" actId="20577"/>
          <ac:spMkLst>
            <pc:docMk/>
            <pc:sldMk cId="1393030118" sldId="275"/>
            <ac:spMk id="37" creationId="{CF00978C-3354-176A-8A94-30F5118BBB03}"/>
          </ac:spMkLst>
        </pc:spChg>
        <pc:cxnChg chg="add mod">
          <ac:chgData name="Chen Terrence Yaqi" userId="fd0f25ab-de92-4d97-a7d9-a0180993481a" providerId="ADAL" clId="{F709EA44-118B-4F41-90C6-B7ED3FF3B9C0}" dt="2026-08-17T11:42:13.406" v="1282" actId="14100"/>
          <ac:cxnSpMkLst>
            <pc:docMk/>
            <pc:sldMk cId="1393030118" sldId="275"/>
            <ac:cxnSpMk id="25" creationId="{F1CDD3B4-1AA4-63E4-B4F7-4B380946D6E4}"/>
          </ac:cxnSpMkLst>
        </pc:cxnChg>
        <pc:cxnChg chg="add mod">
          <ac:chgData name="Chen Terrence Yaqi" userId="fd0f25ab-de92-4d97-a7d9-a0180993481a" providerId="ADAL" clId="{F709EA44-118B-4F41-90C6-B7ED3FF3B9C0}" dt="2026-08-17T11:45:49.739" v="1299" actId="1076"/>
          <ac:cxnSpMkLst>
            <pc:docMk/>
            <pc:sldMk cId="1393030118" sldId="275"/>
            <ac:cxnSpMk id="39" creationId="{9190D6FB-8DD2-D058-9ADD-666207B25756}"/>
          </ac:cxnSpMkLst>
        </pc:cxnChg>
        <pc:cxnChg chg="mod">
          <ac:chgData name="Chen Terrence Yaqi" userId="fd0f25ab-de92-4d97-a7d9-a0180993481a" providerId="ADAL" clId="{F709EA44-118B-4F41-90C6-B7ED3FF3B9C0}" dt="2026-08-17T11:46:32.254" v="1319" actId="1076"/>
          <ac:cxnSpMkLst>
            <pc:docMk/>
            <pc:sldMk cId="1393030118" sldId="275"/>
            <ac:cxnSpMk id="89" creationId="{00000000-0000-0000-0000-000000000000}"/>
          </ac:cxnSpMkLst>
        </pc:cxnChg>
        <pc:cxnChg chg="mod">
          <ac:chgData name="Chen Terrence Yaqi" userId="fd0f25ab-de92-4d97-a7d9-a0180993481a" providerId="ADAL" clId="{F709EA44-118B-4F41-90C6-B7ED3FF3B9C0}" dt="2026-08-17T11:45:44.236" v="1297" actId="1076"/>
          <ac:cxnSpMkLst>
            <pc:docMk/>
            <pc:sldMk cId="1393030118" sldId="275"/>
            <ac:cxnSpMk id="90" creationId="{00000000-0000-0000-0000-000000000000}"/>
          </ac:cxnSpMkLst>
        </pc:cxnChg>
      </pc:sldChg>
      <pc:sldChg chg="del">
        <pc:chgData name="Chen Terrence Yaqi" userId="fd0f25ab-de92-4d97-a7d9-a0180993481a" providerId="ADAL" clId="{F709EA44-118B-4F41-90C6-B7ED3FF3B9C0}" dt="2026-08-17T11:58:44.245" v="1509" actId="47"/>
        <pc:sldMkLst>
          <pc:docMk/>
          <pc:sldMk cId="374037967" sldId="276"/>
        </pc:sldMkLst>
      </pc:sldChg>
      <pc:sldChg chg="modSp mod">
        <pc:chgData name="Chen Terrence Yaqi" userId="fd0f25ab-de92-4d97-a7d9-a0180993481a" providerId="ADAL" clId="{F709EA44-118B-4F41-90C6-B7ED3FF3B9C0}" dt="2026-08-17T09:11:58.257" v="748" actId="1076"/>
        <pc:sldMkLst>
          <pc:docMk/>
          <pc:sldMk cId="3344543181" sldId="277"/>
        </pc:sldMkLst>
        <pc:spChg chg="mod">
          <ac:chgData name="Chen Terrence Yaqi" userId="fd0f25ab-de92-4d97-a7d9-a0180993481a" providerId="ADAL" clId="{F709EA44-118B-4F41-90C6-B7ED3FF3B9C0}" dt="2026-08-17T09:11:58.257" v="748" actId="1076"/>
          <ac:spMkLst>
            <pc:docMk/>
            <pc:sldMk cId="3344543181" sldId="277"/>
            <ac:spMk id="2" creationId="{EA6A850F-9530-3B3C-C121-AC983E98CF38}"/>
          </ac:spMkLst>
        </pc:spChg>
      </pc:sldChg>
      <pc:sldChg chg="del">
        <pc:chgData name="Chen Terrence Yaqi" userId="fd0f25ab-de92-4d97-a7d9-a0180993481a" providerId="ADAL" clId="{F709EA44-118B-4F41-90C6-B7ED3FF3B9C0}" dt="2026-08-17T13:00:32.095" v="1940" actId="47"/>
        <pc:sldMkLst>
          <pc:docMk/>
          <pc:sldMk cId="3320352022" sldId="282"/>
        </pc:sldMkLst>
      </pc:sldChg>
      <pc:sldChg chg="addSp modSp new mod">
        <pc:chgData name="Chen Terrence Yaqi" userId="fd0f25ab-de92-4d97-a7d9-a0180993481a" providerId="ADAL" clId="{F709EA44-118B-4F41-90C6-B7ED3FF3B9C0}" dt="2026-08-16T17:31:39.215" v="345"/>
        <pc:sldMkLst>
          <pc:docMk/>
          <pc:sldMk cId="1963584757" sldId="283"/>
        </pc:sldMkLst>
        <pc:spChg chg="add mod">
          <ac:chgData name="Chen Terrence Yaqi" userId="fd0f25ab-de92-4d97-a7d9-a0180993481a" providerId="ADAL" clId="{F709EA44-118B-4F41-90C6-B7ED3FF3B9C0}" dt="2026-08-16T17:31:39.215" v="345"/>
          <ac:spMkLst>
            <pc:docMk/>
            <pc:sldMk cId="1963584757" sldId="283"/>
            <ac:spMk id="10" creationId="{22CF4072-BFF6-62CB-46E8-AE8D40CF9FBA}"/>
          </ac:spMkLst>
        </pc:spChg>
        <pc:spChg chg="add mod">
          <ac:chgData name="Chen Terrence Yaqi" userId="fd0f25ab-de92-4d97-a7d9-a0180993481a" providerId="ADAL" clId="{F709EA44-118B-4F41-90C6-B7ED3FF3B9C0}" dt="2026-08-16T17:31:19.651" v="341" actId="1076"/>
          <ac:spMkLst>
            <pc:docMk/>
            <pc:sldMk cId="1963584757" sldId="283"/>
            <ac:spMk id="11" creationId="{A587EC6A-F38C-4EAE-973A-094C3B5F01D7}"/>
          </ac:spMkLst>
        </pc:spChg>
        <pc:spChg chg="add mod">
          <ac:chgData name="Chen Terrence Yaqi" userId="fd0f25ab-de92-4d97-a7d9-a0180993481a" providerId="ADAL" clId="{F709EA44-118B-4F41-90C6-B7ED3FF3B9C0}" dt="2026-08-16T17:31:09.557" v="338" actId="13926"/>
          <ac:spMkLst>
            <pc:docMk/>
            <pc:sldMk cId="1963584757" sldId="283"/>
            <ac:spMk id="12" creationId="{2D0A5606-855E-FB95-1182-C18F19C57373}"/>
          </ac:spMkLst>
        </pc:spChg>
        <pc:spChg chg="add mod">
          <ac:chgData name="Chen Terrence Yaqi" userId="fd0f25ab-de92-4d97-a7d9-a0180993481a" providerId="ADAL" clId="{F709EA44-118B-4F41-90C6-B7ED3FF3B9C0}" dt="2026-08-16T17:31:23.830" v="342" actId="108"/>
          <ac:spMkLst>
            <pc:docMk/>
            <pc:sldMk cId="1963584757" sldId="283"/>
            <ac:spMk id="13" creationId="{D24A9BDF-2F7B-4521-05D2-9F321E60E6E6}"/>
          </ac:spMkLst>
        </pc:spChg>
        <pc:picChg chg="add mod">
          <ac:chgData name="Chen Terrence Yaqi" userId="fd0f25ab-de92-4d97-a7d9-a0180993481a" providerId="ADAL" clId="{F709EA44-118B-4F41-90C6-B7ED3FF3B9C0}" dt="2026-08-16T17:27:46.243" v="261" actId="1076"/>
          <ac:picMkLst>
            <pc:docMk/>
            <pc:sldMk cId="1963584757" sldId="283"/>
            <ac:picMk id="3" creationId="{B3FD0CE4-6CF4-93C8-72C7-88BB75D5D68F}"/>
          </ac:picMkLst>
        </pc:picChg>
        <pc:picChg chg="add mod">
          <ac:chgData name="Chen Terrence Yaqi" userId="fd0f25ab-de92-4d97-a7d9-a0180993481a" providerId="ADAL" clId="{F709EA44-118B-4F41-90C6-B7ED3FF3B9C0}" dt="2026-08-16T17:27:43.955" v="260" actId="1076"/>
          <ac:picMkLst>
            <pc:docMk/>
            <pc:sldMk cId="1963584757" sldId="283"/>
            <ac:picMk id="5" creationId="{584B4AC3-67F2-FCCF-082D-1B6D8ECAD899}"/>
          </ac:picMkLst>
        </pc:picChg>
        <pc:picChg chg="add mod">
          <ac:chgData name="Chen Terrence Yaqi" userId="fd0f25ab-de92-4d97-a7d9-a0180993481a" providerId="ADAL" clId="{F709EA44-118B-4F41-90C6-B7ED3FF3B9C0}" dt="2026-08-16T17:29:16.859" v="278" actId="14100"/>
          <ac:picMkLst>
            <pc:docMk/>
            <pc:sldMk cId="1963584757" sldId="283"/>
            <ac:picMk id="7" creationId="{1CE525FA-B686-F2A1-FA9A-6F65D2A67FD9}"/>
          </ac:picMkLst>
        </pc:picChg>
        <pc:picChg chg="add mod modCrop">
          <ac:chgData name="Chen Terrence Yaqi" userId="fd0f25ab-de92-4d97-a7d9-a0180993481a" providerId="ADAL" clId="{F709EA44-118B-4F41-90C6-B7ED3FF3B9C0}" dt="2026-08-16T17:29:13.469" v="277" actId="1076"/>
          <ac:picMkLst>
            <pc:docMk/>
            <pc:sldMk cId="1963584757" sldId="283"/>
            <ac:picMk id="9" creationId="{CB43C48C-127B-4EB1-B736-B42959A3BB22}"/>
          </ac:picMkLst>
        </pc:picChg>
      </pc:sldChg>
      <pc:sldChg chg="addSp delSp modSp new mod">
        <pc:chgData name="Chen Terrence Yaqi" userId="fd0f25ab-de92-4d97-a7d9-a0180993481a" providerId="ADAL" clId="{F709EA44-118B-4F41-90C6-B7ED3FF3B9C0}" dt="2026-08-17T10:07:29.901" v="1082" actId="22"/>
        <pc:sldMkLst>
          <pc:docMk/>
          <pc:sldMk cId="3278484042" sldId="284"/>
        </pc:sldMkLst>
        <pc:spChg chg="add mod">
          <ac:chgData name="Chen Terrence Yaqi" userId="fd0f25ab-de92-4d97-a7d9-a0180993481a" providerId="ADAL" clId="{F709EA44-118B-4F41-90C6-B7ED3FF3B9C0}" dt="2026-08-17T08:16:39.865" v="561" actId="1076"/>
          <ac:spMkLst>
            <pc:docMk/>
            <pc:sldMk cId="3278484042" sldId="284"/>
            <ac:spMk id="4" creationId="{2F2B3283-FE9D-6654-B40B-1851ADA34672}"/>
          </ac:spMkLst>
        </pc:spChg>
        <pc:spChg chg="add mod">
          <ac:chgData name="Chen Terrence Yaqi" userId="fd0f25ab-de92-4d97-a7d9-a0180993481a" providerId="ADAL" clId="{F709EA44-118B-4F41-90C6-B7ED3FF3B9C0}" dt="2026-08-17T08:16:52.038" v="565" actId="1076"/>
          <ac:spMkLst>
            <pc:docMk/>
            <pc:sldMk cId="3278484042" sldId="284"/>
            <ac:spMk id="5" creationId="{38086137-A118-656B-73F9-13005B57F0F2}"/>
          </ac:spMkLst>
        </pc:spChg>
        <pc:picChg chg="add del mod">
          <ac:chgData name="Chen Terrence Yaqi" userId="fd0f25ab-de92-4d97-a7d9-a0180993481a" providerId="ADAL" clId="{F709EA44-118B-4F41-90C6-B7ED3FF3B9C0}" dt="2026-08-17T10:07:28.615" v="1080" actId="21"/>
          <ac:picMkLst>
            <pc:docMk/>
            <pc:sldMk cId="3278484042" sldId="284"/>
            <ac:picMk id="3" creationId="{9AA91E35-CFE8-0358-5472-307F069620D3}"/>
          </ac:picMkLst>
        </pc:picChg>
        <pc:picChg chg="add del mod">
          <ac:chgData name="Chen Terrence Yaqi" userId="fd0f25ab-de92-4d97-a7d9-a0180993481a" providerId="ADAL" clId="{F709EA44-118B-4F41-90C6-B7ED3FF3B9C0}" dt="2026-08-17T10:07:29.901" v="1082" actId="22"/>
          <ac:picMkLst>
            <pc:docMk/>
            <pc:sldMk cId="3278484042" sldId="284"/>
            <ac:picMk id="7" creationId="{12164557-AFD3-CE17-E15E-9DDB131CE1F3}"/>
          </ac:picMkLst>
        </pc:picChg>
      </pc:sldChg>
      <pc:sldChg chg="addSp delSp modSp new mod">
        <pc:chgData name="Chen Terrence Yaqi" userId="fd0f25ab-de92-4d97-a7d9-a0180993481a" providerId="ADAL" clId="{F709EA44-118B-4F41-90C6-B7ED3FF3B9C0}" dt="2026-08-17T09:19:51.342" v="814" actId="1076"/>
        <pc:sldMkLst>
          <pc:docMk/>
          <pc:sldMk cId="2652705526" sldId="285"/>
        </pc:sldMkLst>
        <pc:spChg chg="add del mod">
          <ac:chgData name="Chen Terrence Yaqi" userId="fd0f25ab-de92-4d97-a7d9-a0180993481a" providerId="ADAL" clId="{F709EA44-118B-4F41-90C6-B7ED3FF3B9C0}" dt="2026-08-17T08:33:29.498" v="570"/>
          <ac:spMkLst>
            <pc:docMk/>
            <pc:sldMk cId="2652705526" sldId="285"/>
            <ac:spMk id="4" creationId="{7BA0D1FF-BDA0-34D0-2454-91DC5E72D099}"/>
          </ac:spMkLst>
        </pc:spChg>
        <pc:spChg chg="add mod">
          <ac:chgData name="Chen Terrence Yaqi" userId="fd0f25ab-de92-4d97-a7d9-a0180993481a" providerId="ADAL" clId="{F709EA44-118B-4F41-90C6-B7ED3FF3B9C0}" dt="2026-08-17T09:19:51.342" v="814" actId="1076"/>
          <ac:spMkLst>
            <pc:docMk/>
            <pc:sldMk cId="2652705526" sldId="285"/>
            <ac:spMk id="5" creationId="{CCBCA4A5-907F-DEDA-5027-2A515238A73C}"/>
          </ac:spMkLst>
        </pc:spChg>
        <pc:picChg chg="add mod">
          <ac:chgData name="Chen Terrence Yaqi" userId="fd0f25ab-de92-4d97-a7d9-a0180993481a" providerId="ADAL" clId="{F709EA44-118B-4F41-90C6-B7ED3FF3B9C0}" dt="2026-08-17T09:19:41.517" v="808" actId="1076"/>
          <ac:picMkLst>
            <pc:docMk/>
            <pc:sldMk cId="2652705526" sldId="285"/>
            <ac:picMk id="3" creationId="{AFBAFA81-E26B-D10C-887B-91DCD6474CEC}"/>
          </ac:picMkLst>
        </pc:picChg>
      </pc:sldChg>
      <pc:sldChg chg="addSp delSp modSp add mod">
        <pc:chgData name="Chen Terrence Yaqi" userId="fd0f25ab-de92-4d97-a7d9-a0180993481a" providerId="ADAL" clId="{F709EA44-118B-4F41-90C6-B7ED3FF3B9C0}" dt="2026-08-17T12:54:00.634" v="1900" actId="1076"/>
        <pc:sldMkLst>
          <pc:docMk/>
          <pc:sldMk cId="916650517" sldId="286"/>
        </pc:sldMkLst>
        <pc:spChg chg="add del mod">
          <ac:chgData name="Chen Terrence Yaqi" userId="fd0f25ab-de92-4d97-a7d9-a0180993481a" providerId="ADAL" clId="{F709EA44-118B-4F41-90C6-B7ED3FF3B9C0}" dt="2026-08-17T12:53:26.358" v="1881" actId="478"/>
          <ac:spMkLst>
            <pc:docMk/>
            <pc:sldMk cId="916650517" sldId="286"/>
            <ac:spMk id="2" creationId="{AF5B0952-BEA4-F7A6-98C1-29C0A95F453E}"/>
          </ac:spMkLst>
        </pc:spChg>
        <pc:spChg chg="add mod">
          <ac:chgData name="Chen Terrence Yaqi" userId="fd0f25ab-de92-4d97-a7d9-a0180993481a" providerId="ADAL" clId="{F709EA44-118B-4F41-90C6-B7ED3FF3B9C0}" dt="2026-08-17T12:53:58.556" v="1899" actId="14100"/>
          <ac:spMkLst>
            <pc:docMk/>
            <pc:sldMk cId="916650517" sldId="286"/>
            <ac:spMk id="8" creationId="{CDFD4315-79D5-9BCE-B422-B37E3F98D6A0}"/>
          </ac:spMkLst>
        </pc:spChg>
        <pc:picChg chg="add del">
          <ac:chgData name="Chen Terrence Yaqi" userId="fd0f25ab-de92-4d97-a7d9-a0180993481a" providerId="ADAL" clId="{F709EA44-118B-4F41-90C6-B7ED3FF3B9C0}" dt="2026-08-17T09:05:33.685" v="711" actId="22"/>
          <ac:picMkLst>
            <pc:docMk/>
            <pc:sldMk cId="916650517" sldId="286"/>
            <ac:picMk id="4" creationId="{8F924E5F-D867-A7A3-0092-B01BA6E5FC7A}"/>
          </ac:picMkLst>
        </pc:picChg>
        <pc:picChg chg="add mod">
          <ac:chgData name="Chen Terrence Yaqi" userId="fd0f25ab-de92-4d97-a7d9-a0180993481a" providerId="ADAL" clId="{F709EA44-118B-4F41-90C6-B7ED3FF3B9C0}" dt="2026-08-17T12:54:00.634" v="1900" actId="1076"/>
          <ac:picMkLst>
            <pc:docMk/>
            <pc:sldMk cId="916650517" sldId="286"/>
            <ac:picMk id="6" creationId="{5990BCD2-D774-E34C-17F9-052ADD14820D}"/>
          </ac:picMkLst>
        </pc:picChg>
      </pc:sldChg>
      <pc:sldChg chg="addSp modSp new del mod">
        <pc:chgData name="Chen Terrence Yaqi" userId="fd0f25ab-de92-4d97-a7d9-a0180993481a" providerId="ADAL" clId="{F709EA44-118B-4F41-90C6-B7ED3FF3B9C0}" dt="2026-08-17T09:16:36.306" v="800" actId="47"/>
        <pc:sldMkLst>
          <pc:docMk/>
          <pc:sldMk cId="2052005828" sldId="287"/>
        </pc:sldMkLst>
        <pc:spChg chg="add mod">
          <ac:chgData name="Chen Terrence Yaqi" userId="fd0f25ab-de92-4d97-a7d9-a0180993481a" providerId="ADAL" clId="{F709EA44-118B-4F41-90C6-B7ED3FF3B9C0}" dt="2026-08-17T08:35:12.114" v="615" actId="1076"/>
          <ac:spMkLst>
            <pc:docMk/>
            <pc:sldMk cId="2052005828" sldId="287"/>
            <ac:spMk id="2" creationId="{9DD49993-E38E-1C4C-12AC-F00E75490BF2}"/>
          </ac:spMkLst>
        </pc:spChg>
      </pc:sldChg>
      <pc:sldChg chg="addSp delSp modSp new mod">
        <pc:chgData name="Chen Terrence Yaqi" userId="fd0f25ab-de92-4d97-a7d9-a0180993481a" providerId="ADAL" clId="{F709EA44-118B-4F41-90C6-B7ED3FF3B9C0}" dt="2026-08-17T10:08:33.165" v="1091" actId="1076"/>
        <pc:sldMkLst>
          <pc:docMk/>
          <pc:sldMk cId="2372713896" sldId="288"/>
        </pc:sldMkLst>
        <pc:spChg chg="add del mod">
          <ac:chgData name="Chen Terrence Yaqi" userId="fd0f25ab-de92-4d97-a7d9-a0180993481a" providerId="ADAL" clId="{F709EA44-118B-4F41-90C6-B7ED3FF3B9C0}" dt="2026-08-17T10:08:15.169" v="1086" actId="478"/>
          <ac:spMkLst>
            <pc:docMk/>
            <pc:sldMk cId="2372713896" sldId="288"/>
            <ac:spMk id="7" creationId="{58320EDD-393E-F069-0702-C9682E270A5D}"/>
          </ac:spMkLst>
        </pc:spChg>
        <pc:spChg chg="add mod">
          <ac:chgData name="Chen Terrence Yaqi" userId="fd0f25ab-de92-4d97-a7d9-a0180993481a" providerId="ADAL" clId="{F709EA44-118B-4F41-90C6-B7ED3FF3B9C0}" dt="2026-08-17T10:08:33.165" v="1091" actId="1076"/>
          <ac:spMkLst>
            <pc:docMk/>
            <pc:sldMk cId="2372713896" sldId="288"/>
            <ac:spMk id="8" creationId="{9B35ED3F-4900-6D0C-5958-53AEFDBCE78B}"/>
          </ac:spMkLst>
        </pc:spChg>
        <pc:spChg chg="add mod">
          <ac:chgData name="Chen Terrence Yaqi" userId="fd0f25ab-de92-4d97-a7d9-a0180993481a" providerId="ADAL" clId="{F709EA44-118B-4F41-90C6-B7ED3FF3B9C0}" dt="2026-08-17T09:51:32.329" v="928" actId="403"/>
          <ac:spMkLst>
            <pc:docMk/>
            <pc:sldMk cId="2372713896" sldId="288"/>
            <ac:spMk id="13" creationId="{E3433EAB-C543-3836-43C1-AA6E26DEA08C}"/>
          </ac:spMkLst>
        </pc:spChg>
        <pc:spChg chg="add mod">
          <ac:chgData name="Chen Terrence Yaqi" userId="fd0f25ab-de92-4d97-a7d9-a0180993481a" providerId="ADAL" clId="{F709EA44-118B-4F41-90C6-B7ED3FF3B9C0}" dt="2026-08-17T10:08:17.535" v="1087" actId="1076"/>
          <ac:spMkLst>
            <pc:docMk/>
            <pc:sldMk cId="2372713896" sldId="288"/>
            <ac:spMk id="14" creationId="{3BE91A19-9C9E-7401-A962-1350FB17274D}"/>
          </ac:spMkLst>
        </pc:spChg>
        <pc:picChg chg="add del mod">
          <ac:chgData name="Chen Terrence Yaqi" userId="fd0f25ab-de92-4d97-a7d9-a0180993481a" providerId="ADAL" clId="{F709EA44-118B-4F41-90C6-B7ED3FF3B9C0}" dt="2026-08-17T10:08:10.071" v="1083" actId="478"/>
          <ac:picMkLst>
            <pc:docMk/>
            <pc:sldMk cId="2372713896" sldId="288"/>
            <ac:picMk id="3" creationId="{0FE13FCE-E45E-4006-B06B-E8A07335DFF0}"/>
          </ac:picMkLst>
        </pc:picChg>
        <pc:picChg chg="add mod">
          <ac:chgData name="Chen Terrence Yaqi" userId="fd0f25ab-de92-4d97-a7d9-a0180993481a" providerId="ADAL" clId="{F709EA44-118B-4F41-90C6-B7ED3FF3B9C0}" dt="2026-08-17T10:08:26.790" v="1090" actId="1076"/>
          <ac:picMkLst>
            <pc:docMk/>
            <pc:sldMk cId="2372713896" sldId="288"/>
            <ac:picMk id="5" creationId="{36E7353C-4DF6-D4A5-79F4-FB4CB6DCCF1B}"/>
          </ac:picMkLst>
        </pc:picChg>
        <pc:picChg chg="add mod">
          <ac:chgData name="Chen Terrence Yaqi" userId="fd0f25ab-de92-4d97-a7d9-a0180993481a" providerId="ADAL" clId="{F709EA44-118B-4F41-90C6-B7ED3FF3B9C0}" dt="2026-08-17T09:26:18.528" v="817" actId="571"/>
          <ac:picMkLst>
            <pc:docMk/>
            <pc:sldMk cId="2372713896" sldId="288"/>
            <ac:picMk id="6" creationId="{67EB39AA-55C2-4DE8-E7E9-9C8CFDA95920}"/>
          </ac:picMkLst>
        </pc:picChg>
        <pc:picChg chg="add del mod">
          <ac:chgData name="Chen Terrence Yaqi" userId="fd0f25ab-de92-4d97-a7d9-a0180993481a" providerId="ADAL" clId="{F709EA44-118B-4F41-90C6-B7ED3FF3B9C0}" dt="2026-08-17T09:50:50.854" v="897" actId="21"/>
          <ac:picMkLst>
            <pc:docMk/>
            <pc:sldMk cId="2372713896" sldId="288"/>
            <ac:picMk id="10" creationId="{E487AFFA-A97E-1E36-7796-07976D597499}"/>
          </ac:picMkLst>
        </pc:picChg>
        <pc:picChg chg="add del mod">
          <ac:chgData name="Chen Terrence Yaqi" userId="fd0f25ab-de92-4d97-a7d9-a0180993481a" providerId="ADAL" clId="{F709EA44-118B-4F41-90C6-B7ED3FF3B9C0}" dt="2026-08-17T09:50:50.854" v="897" actId="21"/>
          <ac:picMkLst>
            <pc:docMk/>
            <pc:sldMk cId="2372713896" sldId="288"/>
            <ac:picMk id="12" creationId="{4AFFFB06-4C31-C704-A0B9-29F296CC6C39}"/>
          </ac:picMkLst>
        </pc:picChg>
      </pc:sldChg>
      <pc:sldChg chg="modSp add mod">
        <pc:chgData name="Chen Terrence Yaqi" userId="fd0f25ab-de92-4d97-a7d9-a0180993481a" providerId="ADAL" clId="{F709EA44-118B-4F41-90C6-B7ED3FF3B9C0}" dt="2026-08-17T09:13:08.945" v="751" actId="1076"/>
        <pc:sldMkLst>
          <pc:docMk/>
          <pc:sldMk cId="1163375280" sldId="289"/>
        </pc:sldMkLst>
        <pc:spChg chg="mod">
          <ac:chgData name="Chen Terrence Yaqi" userId="fd0f25ab-de92-4d97-a7d9-a0180993481a" providerId="ADAL" clId="{F709EA44-118B-4F41-90C6-B7ED3FF3B9C0}" dt="2026-08-17T09:13:08.945" v="751" actId="1076"/>
          <ac:spMkLst>
            <pc:docMk/>
            <pc:sldMk cId="1163375280" sldId="289"/>
            <ac:spMk id="2" creationId="{F146DF2B-526C-81B8-C49D-0DA459D1EA27}"/>
          </ac:spMkLst>
        </pc:spChg>
      </pc:sldChg>
      <pc:sldChg chg="new del">
        <pc:chgData name="Chen Terrence Yaqi" userId="fd0f25ab-de92-4d97-a7d9-a0180993481a" providerId="ADAL" clId="{F709EA44-118B-4F41-90C6-B7ED3FF3B9C0}" dt="2026-08-17T09:10:27.275" v="714" actId="47"/>
        <pc:sldMkLst>
          <pc:docMk/>
          <pc:sldMk cId="2153765680" sldId="289"/>
        </pc:sldMkLst>
      </pc:sldChg>
      <pc:sldChg chg="addSp delSp modSp new mod">
        <pc:chgData name="Chen Terrence Yaqi" userId="fd0f25ab-de92-4d97-a7d9-a0180993481a" providerId="ADAL" clId="{F709EA44-118B-4F41-90C6-B7ED3FF3B9C0}" dt="2026-08-17T10:09:27.347" v="1125" actId="1076"/>
        <pc:sldMkLst>
          <pc:docMk/>
          <pc:sldMk cId="3821830539" sldId="290"/>
        </pc:sldMkLst>
        <pc:spChg chg="add">
          <ac:chgData name="Chen Terrence Yaqi" userId="fd0f25ab-de92-4d97-a7d9-a0180993481a" providerId="ADAL" clId="{F709EA44-118B-4F41-90C6-B7ED3FF3B9C0}" dt="2026-08-17T09:51:41.293" v="929" actId="22"/>
          <ac:spMkLst>
            <pc:docMk/>
            <pc:sldMk cId="3821830539" sldId="290"/>
            <ac:spMk id="7" creationId="{249BB95E-B9EF-2648-8FEF-7D1CB098379B}"/>
          </ac:spMkLst>
        </pc:spChg>
        <pc:spChg chg="add mod">
          <ac:chgData name="Chen Terrence Yaqi" userId="fd0f25ab-de92-4d97-a7d9-a0180993481a" providerId="ADAL" clId="{F709EA44-118B-4F41-90C6-B7ED3FF3B9C0}" dt="2026-08-17T10:09:06.477" v="1113" actId="20577"/>
          <ac:spMkLst>
            <pc:docMk/>
            <pc:sldMk cId="3821830539" sldId="290"/>
            <ac:spMk id="8" creationId="{C1C0C024-C4A0-79FE-800F-C0A1FCF2321A}"/>
          </ac:spMkLst>
        </pc:spChg>
        <pc:spChg chg="add del mod">
          <ac:chgData name="Chen Terrence Yaqi" userId="fd0f25ab-de92-4d97-a7d9-a0180993481a" providerId="ADAL" clId="{F709EA44-118B-4F41-90C6-B7ED3FF3B9C0}" dt="2026-08-17T10:09:11.442" v="1114" actId="478"/>
          <ac:spMkLst>
            <pc:docMk/>
            <pc:sldMk cId="3821830539" sldId="290"/>
            <ac:spMk id="9" creationId="{E8EDF5A2-4D0D-78DC-BFDE-BCBD4BC176F6}"/>
          </ac:spMkLst>
        </pc:spChg>
        <pc:picChg chg="add mod">
          <ac:chgData name="Chen Terrence Yaqi" userId="fd0f25ab-de92-4d97-a7d9-a0180993481a" providerId="ADAL" clId="{F709EA44-118B-4F41-90C6-B7ED3FF3B9C0}" dt="2026-08-17T10:09:27.347" v="1125" actId="1076"/>
          <ac:picMkLst>
            <pc:docMk/>
            <pc:sldMk cId="3821830539" sldId="290"/>
            <ac:picMk id="3" creationId="{39A707C8-1EC0-D293-6F01-EEA05DCD4208}"/>
          </ac:picMkLst>
        </pc:picChg>
        <pc:picChg chg="add mod">
          <ac:chgData name="Chen Terrence Yaqi" userId="fd0f25ab-de92-4d97-a7d9-a0180993481a" providerId="ADAL" clId="{F709EA44-118B-4F41-90C6-B7ED3FF3B9C0}" dt="2026-08-17T10:09:20.228" v="1120" actId="14100"/>
          <ac:picMkLst>
            <pc:docMk/>
            <pc:sldMk cId="3821830539" sldId="290"/>
            <ac:picMk id="5" creationId="{F4822825-D951-EB4E-5A78-38342D35A6AE}"/>
          </ac:picMkLst>
        </pc:picChg>
      </pc:sldChg>
      <pc:sldChg chg="addSp delSp modSp new mod">
        <pc:chgData name="Chen Terrence Yaqi" userId="fd0f25ab-de92-4d97-a7d9-a0180993481a" providerId="ADAL" clId="{F709EA44-118B-4F41-90C6-B7ED3FF3B9C0}" dt="2026-08-17T11:36:41.314" v="1245" actId="1076"/>
        <pc:sldMkLst>
          <pc:docMk/>
          <pc:sldMk cId="1241060762" sldId="291"/>
        </pc:sldMkLst>
        <pc:spChg chg="add mod">
          <ac:chgData name="Chen Terrence Yaqi" userId="fd0f25ab-de92-4d97-a7d9-a0180993481a" providerId="ADAL" clId="{F709EA44-118B-4F41-90C6-B7ED3FF3B9C0}" dt="2026-08-17T11:13:15.698" v="1166" actId="1076"/>
          <ac:spMkLst>
            <pc:docMk/>
            <pc:sldMk cId="1241060762" sldId="291"/>
            <ac:spMk id="4" creationId="{D8F7B33A-AB4E-7DB6-28FF-20265DB2EED2}"/>
          </ac:spMkLst>
        </pc:spChg>
        <pc:spChg chg="add mod">
          <ac:chgData name="Chen Terrence Yaqi" userId="fd0f25ab-de92-4d97-a7d9-a0180993481a" providerId="ADAL" clId="{F709EA44-118B-4F41-90C6-B7ED3FF3B9C0}" dt="2026-08-17T11:32:11.811" v="1195" actId="1076"/>
          <ac:spMkLst>
            <pc:docMk/>
            <pc:sldMk cId="1241060762" sldId="291"/>
            <ac:spMk id="5" creationId="{5B544021-DD73-12DC-997E-80C3EF95824E}"/>
          </ac:spMkLst>
        </pc:spChg>
        <pc:spChg chg="add del mod">
          <ac:chgData name="Chen Terrence Yaqi" userId="fd0f25ab-de92-4d97-a7d9-a0180993481a" providerId="ADAL" clId="{F709EA44-118B-4F41-90C6-B7ED3FF3B9C0}" dt="2026-08-17T11:35:50.269" v="1202"/>
          <ac:spMkLst>
            <pc:docMk/>
            <pc:sldMk cId="1241060762" sldId="291"/>
            <ac:spMk id="6" creationId="{E46B2AFF-A24E-9F3F-8CC5-4D7A6148E9DC}"/>
          </ac:spMkLst>
        </pc:spChg>
        <pc:spChg chg="add mod">
          <ac:chgData name="Chen Terrence Yaqi" userId="fd0f25ab-de92-4d97-a7d9-a0180993481a" providerId="ADAL" clId="{F709EA44-118B-4F41-90C6-B7ED3FF3B9C0}" dt="2026-08-17T11:36:41.314" v="1245" actId="1076"/>
          <ac:spMkLst>
            <pc:docMk/>
            <pc:sldMk cId="1241060762" sldId="291"/>
            <ac:spMk id="8" creationId="{FEFEC14F-9AD8-BFF1-5459-A05AC57FCB8D}"/>
          </ac:spMkLst>
        </pc:spChg>
        <pc:picChg chg="add mod">
          <ac:chgData name="Chen Terrence Yaqi" userId="fd0f25ab-de92-4d97-a7d9-a0180993481a" providerId="ADAL" clId="{F709EA44-118B-4F41-90C6-B7ED3FF3B9C0}" dt="2026-08-17T11:30:26.841" v="1171" actId="1076"/>
          <ac:picMkLst>
            <pc:docMk/>
            <pc:sldMk cId="1241060762" sldId="291"/>
            <ac:picMk id="3" creationId="{DE9DA932-DDB0-51D7-499D-BE0866FB365D}"/>
          </ac:picMkLst>
        </pc:picChg>
      </pc:sldChg>
      <pc:sldChg chg="addSp modSp new del mod">
        <pc:chgData name="Chen Terrence Yaqi" userId="fd0f25ab-de92-4d97-a7d9-a0180993481a" providerId="ADAL" clId="{F709EA44-118B-4F41-90C6-B7ED3FF3B9C0}" dt="2026-08-17T10:10:12.897" v="1126" actId="47"/>
        <pc:sldMkLst>
          <pc:docMk/>
          <pc:sldMk cId="3155296609" sldId="291"/>
        </pc:sldMkLst>
        <pc:spChg chg="add">
          <ac:chgData name="Chen Terrence Yaqi" userId="fd0f25ab-de92-4d97-a7d9-a0180993481a" providerId="ADAL" clId="{F709EA44-118B-4F41-90C6-B7ED3FF3B9C0}" dt="2026-08-17T09:58:19.552" v="1049" actId="22"/>
          <ac:spMkLst>
            <pc:docMk/>
            <pc:sldMk cId="3155296609" sldId="291"/>
            <ac:spMk id="3" creationId="{82C8B529-C028-DA9E-5563-587044F30D55}"/>
          </ac:spMkLst>
        </pc:spChg>
        <pc:spChg chg="add mod">
          <ac:chgData name="Chen Terrence Yaqi" userId="fd0f25ab-de92-4d97-a7d9-a0180993481a" providerId="ADAL" clId="{F709EA44-118B-4F41-90C6-B7ED3FF3B9C0}" dt="2026-08-17T10:00:23.728" v="1070" actId="1076"/>
          <ac:spMkLst>
            <pc:docMk/>
            <pc:sldMk cId="3155296609" sldId="291"/>
            <ac:spMk id="6" creationId="{D608799D-A155-3012-C905-FB74105DC64E}"/>
          </ac:spMkLst>
        </pc:spChg>
        <pc:picChg chg="add mod">
          <ac:chgData name="Chen Terrence Yaqi" userId="fd0f25ab-de92-4d97-a7d9-a0180993481a" providerId="ADAL" clId="{F709EA44-118B-4F41-90C6-B7ED3FF3B9C0}" dt="2026-08-17T10:00:12.808" v="1055" actId="1076"/>
          <ac:picMkLst>
            <pc:docMk/>
            <pc:sldMk cId="3155296609" sldId="291"/>
            <ac:picMk id="5" creationId="{D2287210-8E86-751D-6837-5A269011BCBE}"/>
          </ac:picMkLst>
        </pc:picChg>
      </pc:sldChg>
      <pc:sldChg chg="addSp delSp modSp new mod addAnim delAnim modAnim">
        <pc:chgData name="Chen Terrence Yaqi" userId="fd0f25ab-de92-4d97-a7d9-a0180993481a" providerId="ADAL" clId="{F709EA44-118B-4F41-90C6-B7ED3FF3B9C0}" dt="2026-08-17T12:19:39.152" v="1695"/>
        <pc:sldMkLst>
          <pc:docMk/>
          <pc:sldMk cId="71418308" sldId="292"/>
        </pc:sldMkLst>
        <pc:spChg chg="add mod">
          <ac:chgData name="Chen Terrence Yaqi" userId="fd0f25ab-de92-4d97-a7d9-a0180993481a" providerId="ADAL" clId="{F709EA44-118B-4F41-90C6-B7ED3FF3B9C0}" dt="2026-08-17T11:57:24.621" v="1508" actId="20577"/>
          <ac:spMkLst>
            <pc:docMk/>
            <pc:sldMk cId="71418308" sldId="292"/>
            <ac:spMk id="5" creationId="{07B0E458-D467-0D85-23A9-82C9CEE46774}"/>
          </ac:spMkLst>
        </pc:spChg>
        <pc:spChg chg="add del mod">
          <ac:chgData name="Chen Terrence Yaqi" userId="fd0f25ab-de92-4d97-a7d9-a0180993481a" providerId="ADAL" clId="{F709EA44-118B-4F41-90C6-B7ED3FF3B9C0}" dt="2026-08-17T11:53:22.721" v="1376" actId="478"/>
          <ac:spMkLst>
            <pc:docMk/>
            <pc:sldMk cId="71418308" sldId="292"/>
            <ac:spMk id="6" creationId="{40A202B8-09FB-6E14-02E1-1FA5F47C8A5F}"/>
          </ac:spMkLst>
        </pc:spChg>
        <pc:spChg chg="add del mod">
          <ac:chgData name="Chen Terrence Yaqi" userId="fd0f25ab-de92-4d97-a7d9-a0180993481a" providerId="ADAL" clId="{F709EA44-118B-4F41-90C6-B7ED3FF3B9C0}" dt="2026-08-17T11:52:53.087" v="1362"/>
          <ac:spMkLst>
            <pc:docMk/>
            <pc:sldMk cId="71418308" sldId="292"/>
            <ac:spMk id="7" creationId="{1B7BF55D-5287-63CB-A957-2A35921B981D}"/>
          </ac:spMkLst>
        </pc:spChg>
        <pc:spChg chg="add del mod">
          <ac:chgData name="Chen Terrence Yaqi" userId="fd0f25ab-de92-4d97-a7d9-a0180993481a" providerId="ADAL" clId="{F709EA44-118B-4F41-90C6-B7ED3FF3B9C0}" dt="2026-08-17T11:52:54.672" v="1365"/>
          <ac:spMkLst>
            <pc:docMk/>
            <pc:sldMk cId="71418308" sldId="292"/>
            <ac:spMk id="8" creationId="{1C2A8797-527A-5B71-9E32-ECE6D31D283D}"/>
          </ac:spMkLst>
        </pc:spChg>
        <pc:spChg chg="add del mod">
          <ac:chgData name="Chen Terrence Yaqi" userId="fd0f25ab-de92-4d97-a7d9-a0180993481a" providerId="ADAL" clId="{F709EA44-118B-4F41-90C6-B7ED3FF3B9C0}" dt="2026-08-17T11:54:26.119" v="1406"/>
          <ac:spMkLst>
            <pc:docMk/>
            <pc:sldMk cId="71418308" sldId="292"/>
            <ac:spMk id="9" creationId="{47542AA3-DCFA-5404-97E3-BC7A97B6B1EA}"/>
          </ac:spMkLst>
        </pc:spChg>
        <pc:spChg chg="add mod">
          <ac:chgData name="Chen Terrence Yaqi" userId="fd0f25ab-de92-4d97-a7d9-a0180993481a" providerId="ADAL" clId="{F709EA44-118B-4F41-90C6-B7ED3FF3B9C0}" dt="2026-08-17T11:59:36.452" v="1510" actId="1076"/>
          <ac:spMkLst>
            <pc:docMk/>
            <pc:sldMk cId="71418308" sldId="292"/>
            <ac:spMk id="10" creationId="{60DDD22C-58A4-1D35-032E-572FE4B82ACE}"/>
          </ac:spMkLst>
        </pc:spChg>
        <pc:spChg chg="add mod">
          <ac:chgData name="Chen Terrence Yaqi" userId="fd0f25ab-de92-4d97-a7d9-a0180993481a" providerId="ADAL" clId="{F709EA44-118B-4F41-90C6-B7ED3FF3B9C0}" dt="2026-08-17T11:55:50.821" v="1446" actId="20577"/>
          <ac:spMkLst>
            <pc:docMk/>
            <pc:sldMk cId="71418308" sldId="292"/>
            <ac:spMk id="11" creationId="{0F7855BF-2051-825A-9801-6DDB248F0D37}"/>
          </ac:spMkLst>
        </pc:spChg>
        <pc:spChg chg="add mod">
          <ac:chgData name="Chen Terrence Yaqi" userId="fd0f25ab-de92-4d97-a7d9-a0180993481a" providerId="ADAL" clId="{F709EA44-118B-4F41-90C6-B7ED3FF3B9C0}" dt="2026-08-17T12:00:34.763" v="1525" actId="164"/>
          <ac:spMkLst>
            <pc:docMk/>
            <pc:sldMk cId="71418308" sldId="292"/>
            <ac:spMk id="12" creationId="{7B5B132A-3438-CC57-BBB8-F7859AC3DDB4}"/>
          </ac:spMkLst>
        </pc:spChg>
        <pc:spChg chg="add mod">
          <ac:chgData name="Chen Terrence Yaqi" userId="fd0f25ab-de92-4d97-a7d9-a0180993481a" providerId="ADAL" clId="{F709EA44-118B-4F41-90C6-B7ED3FF3B9C0}" dt="2026-08-17T12:00:34.763" v="1525" actId="164"/>
          <ac:spMkLst>
            <pc:docMk/>
            <pc:sldMk cId="71418308" sldId="292"/>
            <ac:spMk id="13" creationId="{683B9D52-D274-1744-031F-A937529B9C7B}"/>
          </ac:spMkLst>
        </pc:spChg>
        <pc:spChg chg="add mod">
          <ac:chgData name="Chen Terrence Yaqi" userId="fd0f25ab-de92-4d97-a7d9-a0180993481a" providerId="ADAL" clId="{F709EA44-118B-4F41-90C6-B7ED3FF3B9C0}" dt="2026-08-17T12:01:31.309" v="1540" actId="208"/>
          <ac:spMkLst>
            <pc:docMk/>
            <pc:sldMk cId="71418308" sldId="292"/>
            <ac:spMk id="15" creationId="{4E8D4BBC-A74B-BC21-6D31-C768B65EED53}"/>
          </ac:spMkLst>
        </pc:spChg>
        <pc:spChg chg="add mod">
          <ac:chgData name="Chen Terrence Yaqi" userId="fd0f25ab-de92-4d97-a7d9-a0180993481a" providerId="ADAL" clId="{F709EA44-118B-4F41-90C6-B7ED3FF3B9C0}" dt="2026-08-17T12:01:44.492" v="1541" actId="2085"/>
          <ac:spMkLst>
            <pc:docMk/>
            <pc:sldMk cId="71418308" sldId="292"/>
            <ac:spMk id="16" creationId="{47F1F2EF-25EF-15A3-0C09-28D86A39EB56}"/>
          </ac:spMkLst>
        </pc:spChg>
        <pc:spChg chg="add mod">
          <ac:chgData name="Chen Terrence Yaqi" userId="fd0f25ab-de92-4d97-a7d9-a0180993481a" providerId="ADAL" clId="{F709EA44-118B-4F41-90C6-B7ED3FF3B9C0}" dt="2026-08-17T12:04:05.006" v="1585" actId="13822"/>
          <ac:spMkLst>
            <pc:docMk/>
            <pc:sldMk cId="71418308" sldId="292"/>
            <ac:spMk id="18" creationId="{571DC0EB-9CE4-2901-F0D8-0EA3FAF82C50}"/>
          </ac:spMkLst>
        </pc:spChg>
        <pc:spChg chg="add mod">
          <ac:chgData name="Chen Terrence Yaqi" userId="fd0f25ab-de92-4d97-a7d9-a0180993481a" providerId="ADAL" clId="{F709EA44-118B-4F41-90C6-B7ED3FF3B9C0}" dt="2026-08-17T12:04:16.662" v="1587" actId="2085"/>
          <ac:spMkLst>
            <pc:docMk/>
            <pc:sldMk cId="71418308" sldId="292"/>
            <ac:spMk id="19" creationId="{45095A9E-9AED-1C60-DDEB-D39C448D9500}"/>
          </ac:spMkLst>
        </pc:spChg>
        <pc:spChg chg="mod">
          <ac:chgData name="Chen Terrence Yaqi" userId="fd0f25ab-de92-4d97-a7d9-a0180993481a" providerId="ADAL" clId="{F709EA44-118B-4F41-90C6-B7ED3FF3B9C0}" dt="2026-08-17T12:06:05.335" v="1602" actId="207"/>
          <ac:spMkLst>
            <pc:docMk/>
            <pc:sldMk cId="71418308" sldId="292"/>
            <ac:spMk id="22" creationId="{5AE55182-C382-ED9B-4EB7-B20026791170}"/>
          </ac:spMkLst>
        </pc:spChg>
        <pc:spChg chg="mod">
          <ac:chgData name="Chen Terrence Yaqi" userId="fd0f25ab-de92-4d97-a7d9-a0180993481a" providerId="ADAL" clId="{F709EA44-118B-4F41-90C6-B7ED3FF3B9C0}" dt="2026-08-17T12:09:49.799" v="1612" actId="1076"/>
          <ac:spMkLst>
            <pc:docMk/>
            <pc:sldMk cId="71418308" sldId="292"/>
            <ac:spMk id="23" creationId="{9780511F-F253-3D16-A5C5-960698B73A78}"/>
          </ac:spMkLst>
        </pc:spChg>
        <pc:spChg chg="mod">
          <ac:chgData name="Chen Terrence Yaqi" userId="fd0f25ab-de92-4d97-a7d9-a0180993481a" providerId="ADAL" clId="{F709EA44-118B-4F41-90C6-B7ED3FF3B9C0}" dt="2026-08-17T12:10:15.450" v="1614"/>
          <ac:spMkLst>
            <pc:docMk/>
            <pc:sldMk cId="71418308" sldId="292"/>
            <ac:spMk id="25" creationId="{85E3CEAD-0ECB-B583-AD2D-9D0E9A869910}"/>
          </ac:spMkLst>
        </pc:spChg>
        <pc:spChg chg="mod">
          <ac:chgData name="Chen Terrence Yaqi" userId="fd0f25ab-de92-4d97-a7d9-a0180993481a" providerId="ADAL" clId="{F709EA44-118B-4F41-90C6-B7ED3FF3B9C0}" dt="2026-08-17T12:10:15.450" v="1614"/>
          <ac:spMkLst>
            <pc:docMk/>
            <pc:sldMk cId="71418308" sldId="292"/>
            <ac:spMk id="26" creationId="{C564D4E2-ADDA-162C-9D5C-4937763BB387}"/>
          </ac:spMkLst>
        </pc:spChg>
        <pc:spChg chg="mod">
          <ac:chgData name="Chen Terrence Yaqi" userId="fd0f25ab-de92-4d97-a7d9-a0180993481a" providerId="ADAL" clId="{F709EA44-118B-4F41-90C6-B7ED3FF3B9C0}" dt="2026-08-17T12:10:22.915" v="1615"/>
          <ac:spMkLst>
            <pc:docMk/>
            <pc:sldMk cId="71418308" sldId="292"/>
            <ac:spMk id="28" creationId="{13D0562D-6B7A-2B1D-0F34-3D2C4BFD5D64}"/>
          </ac:spMkLst>
        </pc:spChg>
        <pc:spChg chg="mod">
          <ac:chgData name="Chen Terrence Yaqi" userId="fd0f25ab-de92-4d97-a7d9-a0180993481a" providerId="ADAL" clId="{F709EA44-118B-4F41-90C6-B7ED3FF3B9C0}" dt="2026-08-17T12:10:22.915" v="1615"/>
          <ac:spMkLst>
            <pc:docMk/>
            <pc:sldMk cId="71418308" sldId="292"/>
            <ac:spMk id="29" creationId="{B2179A38-9B6B-673A-6723-07C5AACD6906}"/>
          </ac:spMkLst>
        </pc:spChg>
        <pc:spChg chg="mod">
          <ac:chgData name="Chen Terrence Yaqi" userId="fd0f25ab-de92-4d97-a7d9-a0180993481a" providerId="ADAL" clId="{F709EA44-118B-4F41-90C6-B7ED3FF3B9C0}" dt="2026-08-17T12:11:49.332" v="1624"/>
          <ac:spMkLst>
            <pc:docMk/>
            <pc:sldMk cId="71418308" sldId="292"/>
            <ac:spMk id="31" creationId="{8D9627FD-D9F4-1B29-E695-AE814052F839}"/>
          </ac:spMkLst>
        </pc:spChg>
        <pc:spChg chg="mod">
          <ac:chgData name="Chen Terrence Yaqi" userId="fd0f25ab-de92-4d97-a7d9-a0180993481a" providerId="ADAL" clId="{F709EA44-118B-4F41-90C6-B7ED3FF3B9C0}" dt="2026-08-17T12:11:49.332" v="1624"/>
          <ac:spMkLst>
            <pc:docMk/>
            <pc:sldMk cId="71418308" sldId="292"/>
            <ac:spMk id="32" creationId="{9898AB6A-03B9-F4B0-6B90-BEA285603B38}"/>
          </ac:spMkLst>
        </pc:spChg>
        <pc:spChg chg="add del mod">
          <ac:chgData name="Chen Terrence Yaqi" userId="fd0f25ab-de92-4d97-a7d9-a0180993481a" providerId="ADAL" clId="{F709EA44-118B-4F41-90C6-B7ED3FF3B9C0}" dt="2026-08-17T12:13:46.346" v="1644" actId="478"/>
          <ac:spMkLst>
            <pc:docMk/>
            <pc:sldMk cId="71418308" sldId="292"/>
            <ac:spMk id="33" creationId="{2EDCE742-DBDD-78B4-24FB-D92D81BD40C8}"/>
          </ac:spMkLst>
        </pc:spChg>
        <pc:spChg chg="add mod">
          <ac:chgData name="Chen Terrence Yaqi" userId="fd0f25ab-de92-4d97-a7d9-a0180993481a" providerId="ADAL" clId="{F709EA44-118B-4F41-90C6-B7ED3FF3B9C0}" dt="2026-08-17T12:13:42.499" v="1643" actId="1076"/>
          <ac:spMkLst>
            <pc:docMk/>
            <pc:sldMk cId="71418308" sldId="292"/>
            <ac:spMk id="34" creationId="{EC9BCB35-FBF2-9C17-F17D-206A142CC816}"/>
          </ac:spMkLst>
        </pc:spChg>
        <pc:spChg chg="add mod">
          <ac:chgData name="Chen Terrence Yaqi" userId="fd0f25ab-de92-4d97-a7d9-a0180993481a" providerId="ADAL" clId="{F709EA44-118B-4F41-90C6-B7ED3FF3B9C0}" dt="2026-08-17T12:13:52.332" v="1646" actId="1076"/>
          <ac:spMkLst>
            <pc:docMk/>
            <pc:sldMk cId="71418308" sldId="292"/>
            <ac:spMk id="35" creationId="{640C2C2E-135B-E668-3C0E-C724A7E2D061}"/>
          </ac:spMkLst>
        </pc:spChg>
        <pc:spChg chg="add del">
          <ac:chgData name="Chen Terrence Yaqi" userId="fd0f25ab-de92-4d97-a7d9-a0180993481a" providerId="ADAL" clId="{F709EA44-118B-4F41-90C6-B7ED3FF3B9C0}" dt="2026-08-17T12:14:48.151" v="1649" actId="22"/>
          <ac:spMkLst>
            <pc:docMk/>
            <pc:sldMk cId="71418308" sldId="292"/>
            <ac:spMk id="37" creationId="{5CBB7F98-F43D-F650-BF6A-2B72899308BA}"/>
          </ac:spMkLst>
        </pc:spChg>
        <pc:spChg chg="mod">
          <ac:chgData name="Chen Terrence Yaqi" userId="fd0f25ab-de92-4d97-a7d9-a0180993481a" providerId="ADAL" clId="{F709EA44-118B-4F41-90C6-B7ED3FF3B9C0}" dt="2026-08-17T12:15:02.257" v="1651"/>
          <ac:spMkLst>
            <pc:docMk/>
            <pc:sldMk cId="71418308" sldId="292"/>
            <ac:spMk id="39" creationId="{59082935-7719-165A-BC75-C0DE3CF99512}"/>
          </ac:spMkLst>
        </pc:spChg>
        <pc:spChg chg="mod">
          <ac:chgData name="Chen Terrence Yaqi" userId="fd0f25ab-de92-4d97-a7d9-a0180993481a" providerId="ADAL" clId="{F709EA44-118B-4F41-90C6-B7ED3FF3B9C0}" dt="2026-08-17T12:15:11.521" v="1654" actId="20577"/>
          <ac:spMkLst>
            <pc:docMk/>
            <pc:sldMk cId="71418308" sldId="292"/>
            <ac:spMk id="40" creationId="{D5A1DD52-EB50-6A3C-EBDB-86F83F4DCE37}"/>
          </ac:spMkLst>
        </pc:spChg>
        <pc:spChg chg="mod">
          <ac:chgData name="Chen Terrence Yaqi" userId="fd0f25ab-de92-4d97-a7d9-a0180993481a" providerId="ADAL" clId="{F709EA44-118B-4F41-90C6-B7ED3FF3B9C0}" dt="2026-08-17T12:16:09.355" v="1656"/>
          <ac:spMkLst>
            <pc:docMk/>
            <pc:sldMk cId="71418308" sldId="292"/>
            <ac:spMk id="42" creationId="{1AA7D5E3-45AC-C9DE-2902-AA44DE45ACD1}"/>
          </ac:spMkLst>
        </pc:spChg>
        <pc:spChg chg="mod">
          <ac:chgData name="Chen Terrence Yaqi" userId="fd0f25ab-de92-4d97-a7d9-a0180993481a" providerId="ADAL" clId="{F709EA44-118B-4F41-90C6-B7ED3FF3B9C0}" dt="2026-08-17T12:16:09.355" v="1656"/>
          <ac:spMkLst>
            <pc:docMk/>
            <pc:sldMk cId="71418308" sldId="292"/>
            <ac:spMk id="43" creationId="{292E0DF9-9599-0FF0-BECA-46D91486F52F}"/>
          </ac:spMkLst>
        </pc:spChg>
        <pc:spChg chg="add mod">
          <ac:chgData name="Chen Terrence Yaqi" userId="fd0f25ab-de92-4d97-a7d9-a0180993481a" providerId="ADAL" clId="{F709EA44-118B-4F41-90C6-B7ED3FF3B9C0}" dt="2026-08-17T12:17:30.019" v="1679" actId="164"/>
          <ac:spMkLst>
            <pc:docMk/>
            <pc:sldMk cId="71418308" sldId="292"/>
            <ac:spMk id="44" creationId="{CA9C33EA-44FB-5C76-5BBD-599705C91B3F}"/>
          </ac:spMkLst>
        </pc:spChg>
        <pc:spChg chg="add mod">
          <ac:chgData name="Chen Terrence Yaqi" userId="fd0f25ab-de92-4d97-a7d9-a0180993481a" providerId="ADAL" clId="{F709EA44-118B-4F41-90C6-B7ED3FF3B9C0}" dt="2026-08-17T12:17:30.019" v="1679" actId="164"/>
          <ac:spMkLst>
            <pc:docMk/>
            <pc:sldMk cId="71418308" sldId="292"/>
            <ac:spMk id="45" creationId="{22D0ACC4-C9B6-2F22-EB49-FA8BD5A352B7}"/>
          </ac:spMkLst>
        </pc:spChg>
        <pc:spChg chg="add mod">
          <ac:chgData name="Chen Terrence Yaqi" userId="fd0f25ab-de92-4d97-a7d9-a0180993481a" providerId="ADAL" clId="{F709EA44-118B-4F41-90C6-B7ED3FF3B9C0}" dt="2026-08-17T12:19:05.513" v="1688" actId="1076"/>
          <ac:spMkLst>
            <pc:docMk/>
            <pc:sldMk cId="71418308" sldId="292"/>
            <ac:spMk id="51" creationId="{F760D634-4528-A20E-CE68-830910DDCDEA}"/>
          </ac:spMkLst>
        </pc:spChg>
        <pc:spChg chg="add mod">
          <ac:chgData name="Chen Terrence Yaqi" userId="fd0f25ab-de92-4d97-a7d9-a0180993481a" providerId="ADAL" clId="{F709EA44-118B-4F41-90C6-B7ED3FF3B9C0}" dt="2026-08-17T12:19:23.582" v="1691" actId="1076"/>
          <ac:spMkLst>
            <pc:docMk/>
            <pc:sldMk cId="71418308" sldId="292"/>
            <ac:spMk id="52" creationId="{CD780617-4091-607D-7D30-7043B93CD986}"/>
          </ac:spMkLst>
        </pc:spChg>
        <pc:spChg chg="add mod">
          <ac:chgData name="Chen Terrence Yaqi" userId="fd0f25ab-de92-4d97-a7d9-a0180993481a" providerId="ADAL" clId="{F709EA44-118B-4F41-90C6-B7ED3FF3B9C0}" dt="2026-08-17T12:19:34.337" v="1693" actId="1076"/>
          <ac:spMkLst>
            <pc:docMk/>
            <pc:sldMk cId="71418308" sldId="292"/>
            <ac:spMk id="53" creationId="{5D5C8BE9-32D7-E883-93E2-FA2878A2CB19}"/>
          </ac:spMkLst>
        </pc:spChg>
        <pc:grpChg chg="add mod">
          <ac:chgData name="Chen Terrence Yaqi" userId="fd0f25ab-de92-4d97-a7d9-a0180993481a" providerId="ADAL" clId="{F709EA44-118B-4F41-90C6-B7ED3FF3B9C0}" dt="2026-08-17T12:00:37.329" v="1526" actId="1076"/>
          <ac:grpSpMkLst>
            <pc:docMk/>
            <pc:sldMk cId="71418308" sldId="292"/>
            <ac:grpSpMk id="14" creationId="{D0FF6395-3524-AE61-20F5-8D587B56F261}"/>
          </ac:grpSpMkLst>
        </pc:grpChg>
        <pc:grpChg chg="add mod">
          <ac:chgData name="Chen Terrence Yaqi" userId="fd0f25ab-de92-4d97-a7d9-a0180993481a" providerId="ADAL" clId="{F709EA44-118B-4F41-90C6-B7ED3FF3B9C0}" dt="2026-08-17T12:01:53.995" v="1543" actId="1076"/>
          <ac:grpSpMkLst>
            <pc:docMk/>
            <pc:sldMk cId="71418308" sldId="292"/>
            <ac:grpSpMk id="17" creationId="{667579EC-EEAC-F72E-BD28-F83C9F41FCC0}"/>
          </ac:grpSpMkLst>
        </pc:grpChg>
        <pc:grpChg chg="add mod">
          <ac:chgData name="Chen Terrence Yaqi" userId="fd0f25ab-de92-4d97-a7d9-a0180993481a" providerId="ADAL" clId="{F709EA44-118B-4F41-90C6-B7ED3FF3B9C0}" dt="2026-08-17T12:03:56.038" v="1584" actId="1076"/>
          <ac:grpSpMkLst>
            <pc:docMk/>
            <pc:sldMk cId="71418308" sldId="292"/>
            <ac:grpSpMk id="20" creationId="{D6DCBFD4-C8D6-30B6-79CC-6706172F9544}"/>
          </ac:grpSpMkLst>
        </pc:grpChg>
        <pc:grpChg chg="add del mod">
          <ac:chgData name="Chen Terrence Yaqi" userId="fd0f25ab-de92-4d97-a7d9-a0180993481a" providerId="ADAL" clId="{F709EA44-118B-4F41-90C6-B7ED3FF3B9C0}" dt="2026-08-17T12:11:32.712" v="1622" actId="478"/>
          <ac:grpSpMkLst>
            <pc:docMk/>
            <pc:sldMk cId="71418308" sldId="292"/>
            <ac:grpSpMk id="21" creationId="{AD8C6CBA-3423-D25B-BEB4-B562A88076EF}"/>
          </ac:grpSpMkLst>
        </pc:grpChg>
        <pc:grpChg chg="add mod">
          <ac:chgData name="Chen Terrence Yaqi" userId="fd0f25ab-de92-4d97-a7d9-a0180993481a" providerId="ADAL" clId="{F709EA44-118B-4F41-90C6-B7ED3FF3B9C0}" dt="2026-08-17T12:10:15.450" v="1614"/>
          <ac:grpSpMkLst>
            <pc:docMk/>
            <pc:sldMk cId="71418308" sldId="292"/>
            <ac:grpSpMk id="24" creationId="{6E98FFF7-E134-0E93-4686-9A035788A32C}"/>
          </ac:grpSpMkLst>
        </pc:grpChg>
        <pc:grpChg chg="add del mod">
          <ac:chgData name="Chen Terrence Yaqi" userId="fd0f25ab-de92-4d97-a7d9-a0180993481a" providerId="ADAL" clId="{F709EA44-118B-4F41-90C6-B7ED3FF3B9C0}" dt="2026-08-17T12:11:28.200" v="1620" actId="478"/>
          <ac:grpSpMkLst>
            <pc:docMk/>
            <pc:sldMk cId="71418308" sldId="292"/>
            <ac:grpSpMk id="27" creationId="{F3B1F4C9-49ED-34A9-372A-CFDA08194421}"/>
          </ac:grpSpMkLst>
        </pc:grpChg>
        <pc:grpChg chg="add mod ord">
          <ac:chgData name="Chen Terrence Yaqi" userId="fd0f25ab-de92-4d97-a7d9-a0180993481a" providerId="ADAL" clId="{F709EA44-118B-4F41-90C6-B7ED3FF3B9C0}" dt="2026-08-17T12:14:57.474" v="1650" actId="171"/>
          <ac:grpSpMkLst>
            <pc:docMk/>
            <pc:sldMk cId="71418308" sldId="292"/>
            <ac:grpSpMk id="30" creationId="{C131AB80-6360-9EFE-5410-864F59599E1E}"/>
          </ac:grpSpMkLst>
        </pc:grpChg>
        <pc:grpChg chg="add mod">
          <ac:chgData name="Chen Terrence Yaqi" userId="fd0f25ab-de92-4d97-a7d9-a0180993481a" providerId="ADAL" clId="{F709EA44-118B-4F41-90C6-B7ED3FF3B9C0}" dt="2026-08-17T12:15:07.957" v="1652" actId="1076"/>
          <ac:grpSpMkLst>
            <pc:docMk/>
            <pc:sldMk cId="71418308" sldId="292"/>
            <ac:grpSpMk id="38" creationId="{5840522D-A658-4820-D4D0-4CE76C2C7880}"/>
          </ac:grpSpMkLst>
        </pc:grpChg>
        <pc:grpChg chg="add mod">
          <ac:chgData name="Chen Terrence Yaqi" userId="fd0f25ab-de92-4d97-a7d9-a0180993481a" providerId="ADAL" clId="{F709EA44-118B-4F41-90C6-B7ED3FF3B9C0}" dt="2026-08-17T12:16:33.696" v="1660" actId="1076"/>
          <ac:grpSpMkLst>
            <pc:docMk/>
            <pc:sldMk cId="71418308" sldId="292"/>
            <ac:grpSpMk id="41" creationId="{6B2D95A5-F2CD-B65A-7E13-92C87815274F}"/>
          </ac:grpSpMkLst>
        </pc:grpChg>
        <pc:grpChg chg="add mod">
          <ac:chgData name="Chen Terrence Yaqi" userId="fd0f25ab-de92-4d97-a7d9-a0180993481a" providerId="ADAL" clId="{F709EA44-118B-4F41-90C6-B7ED3FF3B9C0}" dt="2026-08-17T12:18:11.642" v="1683" actId="1076"/>
          <ac:grpSpMkLst>
            <pc:docMk/>
            <pc:sldMk cId="71418308" sldId="292"/>
            <ac:grpSpMk id="46" creationId="{9F452AD8-214C-26FD-9AFA-F8B090F91EC3}"/>
          </ac:grpSpMkLst>
        </pc:grpChg>
        <pc:picChg chg="add del mod modCrop">
          <ac:chgData name="Chen Terrence Yaqi" userId="fd0f25ab-de92-4d97-a7d9-a0180993481a" providerId="ADAL" clId="{F709EA44-118B-4F41-90C6-B7ED3FF3B9C0}" dt="2026-08-17T11:39:45.143" v="1247" actId="478"/>
          <ac:picMkLst>
            <pc:docMk/>
            <pc:sldMk cId="71418308" sldId="292"/>
            <ac:picMk id="3" creationId="{C8B3C0D2-7E1A-920D-89E8-198BFAED48E5}"/>
          </ac:picMkLst>
        </pc:picChg>
        <pc:cxnChg chg="add mod">
          <ac:chgData name="Chen Terrence Yaqi" userId="fd0f25ab-de92-4d97-a7d9-a0180993481a" providerId="ADAL" clId="{F709EA44-118B-4F41-90C6-B7ED3FF3B9C0}" dt="2026-08-17T12:18:24.001" v="1685" actId="14100"/>
          <ac:cxnSpMkLst>
            <pc:docMk/>
            <pc:sldMk cId="71418308" sldId="292"/>
            <ac:cxnSpMk id="48" creationId="{AD9D1320-6B46-AD88-65CC-4B730164E626}"/>
          </ac:cxnSpMkLst>
        </pc:cxnChg>
      </pc:sldChg>
      <pc:sldChg chg="addSp delSp new del mod">
        <pc:chgData name="Chen Terrence Yaqi" userId="fd0f25ab-de92-4d97-a7d9-a0180993481a" providerId="ADAL" clId="{F709EA44-118B-4F41-90C6-B7ED3FF3B9C0}" dt="2026-08-17T10:07:24.678" v="1078" actId="680"/>
        <pc:sldMkLst>
          <pc:docMk/>
          <pc:sldMk cId="3387741096" sldId="292"/>
        </pc:sldMkLst>
        <pc:picChg chg="add del">
          <ac:chgData name="Chen Terrence Yaqi" userId="fd0f25ab-de92-4d97-a7d9-a0180993481a" providerId="ADAL" clId="{F709EA44-118B-4F41-90C6-B7ED3FF3B9C0}" dt="2026-08-17T10:07:24.293" v="1077" actId="22"/>
          <ac:picMkLst>
            <pc:docMk/>
            <pc:sldMk cId="3387741096" sldId="292"/>
            <ac:picMk id="3" creationId="{E9AE20D6-DA0F-1D0B-95E0-398C6AC39C16}"/>
          </ac:picMkLst>
        </pc:picChg>
      </pc:sldChg>
      <pc:sldChg chg="addSp delSp modSp new mod">
        <pc:chgData name="Chen Terrence Yaqi" userId="fd0f25ab-de92-4d97-a7d9-a0180993481a" providerId="ADAL" clId="{F709EA44-118B-4F41-90C6-B7ED3FF3B9C0}" dt="2026-08-17T12:37:57.992" v="1798" actId="1076"/>
        <pc:sldMkLst>
          <pc:docMk/>
          <pc:sldMk cId="2776750344" sldId="293"/>
        </pc:sldMkLst>
        <pc:spChg chg="add mod">
          <ac:chgData name="Chen Terrence Yaqi" userId="fd0f25ab-de92-4d97-a7d9-a0180993481a" providerId="ADAL" clId="{F709EA44-118B-4F41-90C6-B7ED3FF3B9C0}" dt="2026-08-17T12:22:25.764" v="1720" actId="20577"/>
          <ac:spMkLst>
            <pc:docMk/>
            <pc:sldMk cId="2776750344" sldId="293"/>
            <ac:spMk id="5" creationId="{B3B73666-1B4A-A809-3480-8E2438BC50FA}"/>
          </ac:spMkLst>
        </pc:spChg>
        <pc:picChg chg="add del mod">
          <ac:chgData name="Chen Terrence Yaqi" userId="fd0f25ab-de92-4d97-a7d9-a0180993481a" providerId="ADAL" clId="{F709EA44-118B-4F41-90C6-B7ED3FF3B9C0}" dt="2026-08-17T12:37:03.045" v="1792" actId="478"/>
          <ac:picMkLst>
            <pc:docMk/>
            <pc:sldMk cId="2776750344" sldId="293"/>
            <ac:picMk id="3" creationId="{36CBE47C-6D8A-28FF-F9E3-462CE3EFC1C9}"/>
          </ac:picMkLst>
        </pc:picChg>
        <pc:picChg chg="add del mod">
          <ac:chgData name="Chen Terrence Yaqi" userId="fd0f25ab-de92-4d97-a7d9-a0180993481a" providerId="ADAL" clId="{F709EA44-118B-4F41-90C6-B7ED3FF3B9C0}" dt="2026-08-17T12:35:53.126" v="1784" actId="478"/>
          <ac:picMkLst>
            <pc:docMk/>
            <pc:sldMk cId="2776750344" sldId="293"/>
            <ac:picMk id="7" creationId="{20516207-BFD6-9011-2E5F-0F82BF7DF3B1}"/>
          </ac:picMkLst>
        </pc:picChg>
        <pc:picChg chg="add mod">
          <ac:chgData name="Chen Terrence Yaqi" userId="fd0f25ab-de92-4d97-a7d9-a0180993481a" providerId="ADAL" clId="{F709EA44-118B-4F41-90C6-B7ED3FF3B9C0}" dt="2026-08-17T12:37:52.173" v="1796" actId="1076"/>
          <ac:picMkLst>
            <pc:docMk/>
            <pc:sldMk cId="2776750344" sldId="293"/>
            <ac:picMk id="9" creationId="{B98B5B19-3087-CDAB-094D-6F9CC19F995D}"/>
          </ac:picMkLst>
        </pc:picChg>
        <pc:picChg chg="add mod">
          <ac:chgData name="Chen Terrence Yaqi" userId="fd0f25ab-de92-4d97-a7d9-a0180993481a" providerId="ADAL" clId="{F709EA44-118B-4F41-90C6-B7ED3FF3B9C0}" dt="2026-08-17T12:37:57.992" v="1798" actId="1076"/>
          <ac:picMkLst>
            <pc:docMk/>
            <pc:sldMk cId="2776750344" sldId="293"/>
            <ac:picMk id="11" creationId="{E11566EE-C48A-BDF1-B35A-80F21EDB8C21}"/>
          </ac:picMkLst>
        </pc:picChg>
      </pc:sldChg>
      <pc:sldChg chg="addSp delSp modSp new mod">
        <pc:chgData name="Chen Terrence Yaqi" userId="fd0f25ab-de92-4d97-a7d9-a0180993481a" providerId="ADAL" clId="{F709EA44-118B-4F41-90C6-B7ED3FF3B9C0}" dt="2026-08-17T12:35:24.780" v="1783" actId="1076"/>
        <pc:sldMkLst>
          <pc:docMk/>
          <pc:sldMk cId="110336380" sldId="294"/>
        </pc:sldMkLst>
        <pc:spChg chg="add del mod">
          <ac:chgData name="Chen Terrence Yaqi" userId="fd0f25ab-de92-4d97-a7d9-a0180993481a" providerId="ADAL" clId="{F709EA44-118B-4F41-90C6-B7ED3FF3B9C0}" dt="2026-08-17T12:34:17.352" v="1746"/>
          <ac:spMkLst>
            <pc:docMk/>
            <pc:sldMk cId="110336380" sldId="294"/>
            <ac:spMk id="4" creationId="{F526BE1B-05E6-8E06-BF57-E2342E9CBA5F}"/>
          </ac:spMkLst>
        </pc:spChg>
        <pc:spChg chg="add del mod">
          <ac:chgData name="Chen Terrence Yaqi" userId="fd0f25ab-de92-4d97-a7d9-a0180993481a" providerId="ADAL" clId="{F709EA44-118B-4F41-90C6-B7ED3FF3B9C0}" dt="2026-08-17T12:34:47.555" v="1780"/>
          <ac:spMkLst>
            <pc:docMk/>
            <pc:sldMk cId="110336380" sldId="294"/>
            <ac:spMk id="5" creationId="{5E4C1D95-3929-4F65-8AED-0A3447AF6B8B}"/>
          </ac:spMkLst>
        </pc:spChg>
        <pc:spChg chg="add mod">
          <ac:chgData name="Chen Terrence Yaqi" userId="fd0f25ab-de92-4d97-a7d9-a0180993481a" providerId="ADAL" clId="{F709EA44-118B-4F41-90C6-B7ED3FF3B9C0}" dt="2026-08-17T12:34:53.252" v="1782" actId="122"/>
          <ac:spMkLst>
            <pc:docMk/>
            <pc:sldMk cId="110336380" sldId="294"/>
            <ac:spMk id="7" creationId="{6BE6825B-EFF8-0F9B-B9C8-7765B38376E1}"/>
          </ac:spMkLst>
        </pc:spChg>
        <pc:picChg chg="add mod">
          <ac:chgData name="Chen Terrence Yaqi" userId="fd0f25ab-de92-4d97-a7d9-a0180993481a" providerId="ADAL" clId="{F709EA44-118B-4F41-90C6-B7ED3FF3B9C0}" dt="2026-08-17T12:35:24.780" v="1783" actId="1076"/>
          <ac:picMkLst>
            <pc:docMk/>
            <pc:sldMk cId="110336380" sldId="294"/>
            <ac:picMk id="3" creationId="{54734F15-819B-D9DC-0BD7-98BAF9C43DE3}"/>
          </ac:picMkLst>
        </pc:picChg>
      </pc:sldChg>
      <pc:sldChg chg="addSp modSp new mod">
        <pc:chgData name="Chen Terrence Yaqi" userId="fd0f25ab-de92-4d97-a7d9-a0180993481a" providerId="ADAL" clId="{F709EA44-118B-4F41-90C6-B7ED3FF3B9C0}" dt="2026-08-17T13:00:17.555" v="1939" actId="14100"/>
        <pc:sldMkLst>
          <pc:docMk/>
          <pc:sldMk cId="253003695" sldId="295"/>
        </pc:sldMkLst>
        <pc:spChg chg="add mod">
          <ac:chgData name="Chen Terrence Yaqi" userId="fd0f25ab-de92-4d97-a7d9-a0180993481a" providerId="ADAL" clId="{F709EA44-118B-4F41-90C6-B7ED3FF3B9C0}" dt="2026-08-17T12:59:31.889" v="1932" actId="20577"/>
          <ac:spMkLst>
            <pc:docMk/>
            <pc:sldMk cId="253003695" sldId="295"/>
            <ac:spMk id="3" creationId="{5080DE01-3075-415D-560B-CA3D6E03F9B9}"/>
          </ac:spMkLst>
        </pc:spChg>
        <pc:picChg chg="add mod">
          <ac:chgData name="Chen Terrence Yaqi" userId="fd0f25ab-de92-4d97-a7d9-a0180993481a" providerId="ADAL" clId="{F709EA44-118B-4F41-90C6-B7ED3FF3B9C0}" dt="2026-08-17T13:00:17.555" v="1939" actId="14100"/>
          <ac:picMkLst>
            <pc:docMk/>
            <pc:sldMk cId="253003695" sldId="295"/>
            <ac:picMk id="5" creationId="{CDAAF082-AC04-FD78-7690-CE0241678999}"/>
          </ac:picMkLst>
        </pc:picChg>
        <pc:picChg chg="add mod">
          <ac:chgData name="Chen Terrence Yaqi" userId="fd0f25ab-de92-4d97-a7d9-a0180993481a" providerId="ADAL" clId="{F709EA44-118B-4F41-90C6-B7ED3FF3B9C0}" dt="2026-08-17T12:58:11.762" v="1916" actId="1076"/>
          <ac:picMkLst>
            <pc:docMk/>
            <pc:sldMk cId="253003695" sldId="295"/>
            <ac:picMk id="7" creationId="{7F532D55-EBFB-8E9E-1549-4BF29AA34578}"/>
          </ac:picMkLst>
        </pc:picChg>
        <pc:picChg chg="add mod">
          <ac:chgData name="Chen Terrence Yaqi" userId="fd0f25ab-de92-4d97-a7d9-a0180993481a" providerId="ADAL" clId="{F709EA44-118B-4F41-90C6-B7ED3FF3B9C0}" dt="2026-08-17T12:58:13.512" v="1917" actId="1076"/>
          <ac:picMkLst>
            <pc:docMk/>
            <pc:sldMk cId="253003695" sldId="295"/>
            <ac:picMk id="9" creationId="{F386F780-8B1B-E3A6-FCF9-A14B98903C16}"/>
          </ac:picMkLst>
        </pc:picChg>
        <pc:picChg chg="add mod">
          <ac:chgData name="Chen Terrence Yaqi" userId="fd0f25ab-de92-4d97-a7d9-a0180993481a" providerId="ADAL" clId="{F709EA44-118B-4F41-90C6-B7ED3FF3B9C0}" dt="2026-08-17T13:00:08.276" v="1935" actId="1076"/>
          <ac:picMkLst>
            <pc:docMk/>
            <pc:sldMk cId="253003695" sldId="295"/>
            <ac:picMk id="11" creationId="{8F30E6E8-9500-B9A7-D8C8-D2570185E2C3}"/>
          </ac:picMkLst>
        </pc:picChg>
      </pc:sldChg>
      <pc:sldChg chg="new">
        <pc:chgData name="Chen Terrence Yaqi" userId="fd0f25ab-de92-4d97-a7d9-a0180993481a" providerId="ADAL" clId="{F709EA44-118B-4F41-90C6-B7ED3FF3B9C0}" dt="2026-08-17T13:02:38.701" v="1948" actId="680"/>
        <pc:sldMkLst>
          <pc:docMk/>
          <pc:sldMk cId="3176608088" sldId="296"/>
        </pc:sldMkLst>
      </pc:sldChg>
      <pc:sldChg chg="addSp modSp new mod">
        <pc:chgData name="Chen Terrence Yaqi" userId="fd0f25ab-de92-4d97-a7d9-a0180993481a" providerId="ADAL" clId="{F709EA44-118B-4F41-90C6-B7ED3FF3B9C0}" dt="2026-08-17T14:19:38.958" v="2004" actId="1076"/>
        <pc:sldMkLst>
          <pc:docMk/>
          <pc:sldMk cId="3176965768" sldId="297"/>
        </pc:sldMkLst>
        <pc:picChg chg="add mod">
          <ac:chgData name="Chen Terrence Yaqi" userId="fd0f25ab-de92-4d97-a7d9-a0180993481a" providerId="ADAL" clId="{F709EA44-118B-4F41-90C6-B7ED3FF3B9C0}" dt="2026-08-17T14:19:38.958" v="2004" actId="1076"/>
          <ac:picMkLst>
            <pc:docMk/>
            <pc:sldMk cId="3176965768" sldId="297"/>
            <ac:picMk id="3" creationId="{DA1C1A99-7124-DD4B-30D9-30BC3689B41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70B24-6655-4984-AEB5-E1D20DECD066}" type="datetimeFigureOut">
              <a:rPr lang="zh-CN" altLang="en-US" smtClean="0"/>
              <a:t>2026/8/17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7E5DBE-236F-47BF-A482-99D2EA63E38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621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FoodMind</a:t>
            </a:r>
            <a:r>
              <a:rPr dirty="0"/>
              <a:t> has three AI entry points: recommendation, cooking and platform exploration.</a:t>
            </a:r>
          </a:p>
          <a:p>
            <a:endParaRPr dirty="0"/>
          </a:p>
          <a:p>
            <a:r>
              <a:rPr dirty="0"/>
              <a:t>The Recommendation Agent calls retrieval, filtering and ranking tools, then explains the result. The Cooking Planner Agent uses ingredients, time, budget and dietary rules to retrieve a seed recipe and produce practical steps.</a:t>
            </a:r>
          </a:p>
          <a:p>
            <a:endParaRPr dirty="0"/>
          </a:p>
          <a:p>
            <a:r>
              <a:rPr dirty="0"/>
              <a:t>The independent Chatbot uses three Agents. Its Orchestrator delegates to the Platform Search Agent or Content Summary Agent. They search, </a:t>
            </a:r>
            <a:r>
              <a:rPr dirty="0" err="1"/>
              <a:t>summarise</a:t>
            </a:r>
            <a:r>
              <a:rPr dirty="0"/>
              <a:t> or compare </a:t>
            </a:r>
            <a:r>
              <a:rPr dirty="0" err="1"/>
              <a:t>authorised</a:t>
            </a:r>
            <a:r>
              <a:rPr dirty="0"/>
              <a:t> Meal Notes, Food Products and Places while keeping source references.</a:t>
            </a:r>
          </a:p>
          <a:p>
            <a:endParaRPr dirty="0"/>
          </a:p>
          <a:p>
            <a:r>
              <a:rPr dirty="0" err="1"/>
              <a:t>LangGraph</a:t>
            </a:r>
            <a:r>
              <a:rPr dirty="0"/>
              <a:t> manages state, routing, timeouts and traces. Agents use only allow-listed tools, cannot access PostgreSQL directly and cannot cross into another AI workflow. This keeps the system controlled and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726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://www.onemap.gov.sg/" TargetMode="Externa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960120"/>
            <a:ext cx="10515600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 dirty="0">
                <a:solidFill>
                  <a:srgbClr val="1F2937"/>
                </a:solidFill>
                <a:latin typeface="Calibri"/>
              </a:rPr>
              <a:t>FoodMind</a:t>
            </a:r>
            <a:r>
              <a:rPr lang="en-US" sz="6000" b="1" i="0" dirty="0">
                <a:solidFill>
                  <a:srgbClr val="1F2937"/>
                </a:solidFill>
                <a:latin typeface="Calibri"/>
              </a:rPr>
              <a:t> – </a:t>
            </a:r>
            <a:r>
              <a:rPr lang="en-US" altLang="zh-CN" sz="6000" b="1" i="0" dirty="0">
                <a:solidFill>
                  <a:srgbClr val="1F2937"/>
                </a:solidFill>
                <a:latin typeface="Calibri"/>
              </a:rPr>
              <a:t>Product Features</a:t>
            </a:r>
            <a:endParaRPr lang="en-US" sz="6000" b="1" dirty="0">
              <a:solidFill>
                <a:srgbClr val="1F2937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50392" y="2148840"/>
            <a:ext cx="105156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C44607"/>
                </a:solidFill>
                <a:latin typeface="Calibri"/>
              </a:rPr>
              <a:t>Personalized food decision support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0392" y="274320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5B6472"/>
                </a:solidFill>
                <a:latin typeface="Calibri"/>
              </a:rPr>
              <a:t>AD Project  ·  Team 5  ·  Final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Chen Yaqi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A0335050U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97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Wu Aomo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A0335088X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9377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Huang Qijun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A0335061N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57784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Luo Yuxiang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A0335071M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365760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Lei Tianyou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A0335067A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429768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Chen Chen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A0335082J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23360" y="4937760"/>
            <a:ext cx="30175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1F2937"/>
                </a:solidFill>
                <a:latin typeface="Calibri"/>
              </a:rPr>
              <a:t>Deng Yunke</a:t>
            </a:r>
            <a:r>
              <a:rPr sz="1400" b="0" i="0">
                <a:solidFill>
                  <a:srgbClr val="5B6472"/>
                </a:solidFill>
                <a:latin typeface="Calibri"/>
              </a:rPr>
              <a:t>   A0335081L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F2937"/>
                </a:solidFill>
                <a:latin typeface="Calibri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554480"/>
            <a:ext cx="9601200" cy="13336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600"/>
              </a:spcAft>
            </a:pPr>
            <a:r>
              <a:rPr sz="2000" b="1" i="0" dirty="0">
                <a:solidFill>
                  <a:srgbClr val="E8590C"/>
                </a:solidFill>
                <a:latin typeface="Calibri"/>
              </a:rPr>
              <a:t>01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    </a:t>
            </a:r>
            <a:r>
              <a:rPr lang="zh-CN" altLang="zh-CN" sz="2000" dirty="0"/>
              <a:t>End-User Demo</a:t>
            </a:r>
            <a:endParaRPr sz="2000" b="0" i="0" dirty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 i="0" dirty="0">
                <a:solidFill>
                  <a:srgbClr val="E8590C"/>
                </a:solidFill>
                <a:latin typeface="Calibri"/>
              </a:rPr>
              <a:t>02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    </a:t>
            </a:r>
            <a:r>
              <a:rPr lang="en-US" sz="2000" b="0" i="0" dirty="0">
                <a:solidFill>
                  <a:srgbClr val="1F2937"/>
                </a:solidFill>
                <a:latin typeface="Calibri"/>
              </a:rPr>
              <a:t>Machine Learning</a:t>
            </a:r>
            <a:endParaRPr sz="2000" b="0" i="0" dirty="0">
              <a:solidFill>
                <a:srgbClr val="1F2937"/>
              </a:solidFill>
              <a:latin typeface="Calibri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</a:pPr>
            <a:r>
              <a:rPr sz="2000" b="1" i="0" dirty="0">
                <a:solidFill>
                  <a:srgbClr val="E8590C"/>
                </a:solidFill>
                <a:latin typeface="Calibri"/>
              </a:rPr>
              <a:t>03</a:t>
            </a:r>
            <a:r>
              <a:rPr sz="2000" b="0" i="0" dirty="0">
                <a:solidFill>
                  <a:srgbClr val="1F2937"/>
                </a:solidFill>
                <a:latin typeface="Calibri"/>
              </a:rPr>
              <a:t>    </a:t>
            </a:r>
            <a:r>
              <a:rPr lang="en-US" sz="2000" b="0" i="0" dirty="0">
                <a:solidFill>
                  <a:srgbClr val="1F2937"/>
                </a:solidFill>
                <a:latin typeface="Calibri"/>
              </a:rPr>
              <a:t>Agent</a:t>
            </a:r>
            <a:endParaRPr sz="2000" b="0" i="0" dirty="0">
              <a:solidFill>
                <a:srgbClr val="1F2937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F2937"/>
                </a:solidFill>
                <a:latin typeface="Calibri"/>
              </a:rPr>
              <a:t>Problem &amp; Inspiration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325880"/>
            <a:ext cx="11155680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</a:pPr>
            <a:r>
              <a:rPr sz="1600" b="0" i="0">
                <a:solidFill>
                  <a:srgbClr val="1F2937"/>
                </a:solidFill>
                <a:latin typeface="Calibri"/>
              </a:rPr>
              <a:t>Inspired by a real Xiaohongshu post: friends kept a shared document to remember good meals, restaurants and drinks — so the group could decide what to eat quickly.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246120"/>
            <a:ext cx="361188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3246120"/>
            <a:ext cx="3611880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5204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8590C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0690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Time cost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61772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Every meal became a research task.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3246120"/>
            <a:ext cx="361188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3246120"/>
            <a:ext cx="3611880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26280" y="35204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8590C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0690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Scattered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461772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Reviews, hygiene cues, preferences and history lived in different places.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92440" y="3246120"/>
            <a:ext cx="3611880" cy="22860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092440" y="3246120"/>
            <a:ext cx="3611880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21040" y="352044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E8590C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069080"/>
            <a:ext cx="31546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F2937"/>
                </a:solidFill>
                <a:latin typeface="Calibri"/>
              </a:rPr>
              <a:t>Still manual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617720"/>
            <a:ext cx="3154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5B6472"/>
                </a:solidFill>
                <a:latin typeface="Calibri"/>
              </a:rPr>
              <a:t>Users still had to search, compare and choose themselves.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806440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 dirty="0">
                <a:solidFill>
                  <a:srgbClr val="C44607"/>
                </a:solidFill>
                <a:latin typeface="Calibri"/>
              </a:rPr>
              <a:t>The need: reusable, </a:t>
            </a:r>
            <a:r>
              <a:rPr sz="1700" b="1" i="0" dirty="0" err="1">
                <a:solidFill>
                  <a:srgbClr val="C44607"/>
                </a:solidFill>
                <a:latin typeface="Calibri"/>
              </a:rPr>
              <a:t>personalised</a:t>
            </a:r>
            <a:r>
              <a:rPr sz="1700" b="1" i="0" dirty="0">
                <a:solidFill>
                  <a:srgbClr val="C44607"/>
                </a:solidFill>
                <a:latin typeface="Calibri"/>
              </a:rPr>
              <a:t> decision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F2937"/>
                </a:solidFill>
                <a:latin typeface="Calibri"/>
              </a:rPr>
              <a:t>Solution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3</a:t>
            </a: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B9247731-431F-B961-9FA5-C2DE86B29221}"/>
              </a:ext>
            </a:extLst>
          </p:cNvPr>
          <p:cNvGrpSpPr/>
          <p:nvPr/>
        </p:nvGrpSpPr>
        <p:grpSpPr>
          <a:xfrm>
            <a:off x="1240383" y="1778402"/>
            <a:ext cx="9710928" cy="920540"/>
            <a:chOff x="1011100" y="1746504"/>
            <a:chExt cx="9710928" cy="920540"/>
          </a:xfrm>
        </p:grpSpPr>
        <p:sp>
          <p:nvSpPr>
            <p:cNvPr id="8" name="Rectangle 7"/>
            <p:cNvSpPr/>
            <p:nvPr/>
          </p:nvSpPr>
          <p:spPr>
            <a:xfrm>
              <a:off x="1011100" y="1752644"/>
              <a:ext cx="1481328" cy="9144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11100" y="2102122"/>
              <a:ext cx="1481328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Record &amp; share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492428" y="1752644"/>
              <a:ext cx="164592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2000" b="1" i="0">
                  <a:solidFill>
                    <a:srgbClr val="5B6472"/>
                  </a:solidFill>
                  <a:latin typeface="Calibri"/>
                </a:rPr>
                <a:t>›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657020" y="1752644"/>
              <a:ext cx="1481328" cy="914400"/>
            </a:xfrm>
            <a:prstGeom prst="rect">
              <a:avLst/>
            </a:prstGeom>
            <a:solidFill>
              <a:srgbClr val="E859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657020" y="1752644"/>
              <a:ext cx="1481328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Generate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138348" y="1752644"/>
              <a:ext cx="164592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2000" b="1" i="0">
                  <a:solidFill>
                    <a:srgbClr val="5B6472"/>
                  </a:solidFill>
                  <a:latin typeface="Calibri"/>
                </a:rPr>
                <a:t>›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02940" y="1752644"/>
              <a:ext cx="1481328" cy="914400"/>
            </a:xfrm>
            <a:prstGeom prst="rect">
              <a:avLst/>
            </a:prstGeom>
            <a:solidFill>
              <a:srgbClr val="E8590C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02940" y="1752644"/>
              <a:ext cx="1481328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400" b="1" i="0">
                  <a:solidFill>
                    <a:srgbClr val="FFFFFF"/>
                  </a:solidFill>
                  <a:latin typeface="Calibri"/>
                </a:rPr>
                <a:t>Filter &amp; rank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5784268" y="1752644"/>
              <a:ext cx="164592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2000" b="1" i="0">
                  <a:solidFill>
                    <a:srgbClr val="5B6472"/>
                  </a:solidFill>
                  <a:latin typeface="Calibri"/>
                </a:rPr>
                <a:t>›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948860" y="1752644"/>
              <a:ext cx="1481328" cy="9144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5948860" y="2102122"/>
              <a:ext cx="1481328" cy="215444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lang="en-US" altLang="zh-CN" sz="1400" b="1" i="0" dirty="0">
                  <a:solidFill>
                    <a:srgbClr val="FFFFFF"/>
                  </a:solidFill>
                  <a:latin typeface="Calibri"/>
                </a:rPr>
                <a:t>Result</a:t>
              </a:r>
              <a:endParaRPr sz="1400" b="1" i="0" dirty="0">
                <a:solidFill>
                  <a:srgbClr val="FFFFFF"/>
                </a:solidFill>
                <a:latin typeface="Calibri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7430188" y="1752644"/>
              <a:ext cx="164592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2000" b="1" i="0">
                  <a:solidFill>
                    <a:srgbClr val="5B6472"/>
                  </a:solidFill>
                  <a:latin typeface="Calibri"/>
                </a:rPr>
                <a:t>›</a:t>
              </a:r>
            </a:p>
          </p:txBody>
        </p:sp>
        <p:sp>
          <p:nvSpPr>
            <p:cNvPr id="20" name="Rectangle 19"/>
            <p:cNvSpPr/>
            <p:nvPr/>
          </p:nvSpPr>
          <p:spPr>
            <a:xfrm>
              <a:off x="7594780" y="1752644"/>
              <a:ext cx="1481328" cy="9144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7594780" y="1752644"/>
              <a:ext cx="1481328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1400" b="1" i="0" dirty="0">
                  <a:solidFill>
                    <a:srgbClr val="FFFFFF"/>
                  </a:solidFill>
                  <a:latin typeface="Calibri"/>
                </a:rPr>
                <a:t>Decide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076108" y="1752644"/>
              <a:ext cx="164592" cy="9144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</a:pPr>
              <a:r>
                <a:rPr sz="2000" b="1" i="0">
                  <a:solidFill>
                    <a:srgbClr val="5B6472"/>
                  </a:solidFill>
                  <a:latin typeface="Calibri"/>
                </a:rPr>
                <a:t>›</a:t>
              </a:r>
            </a:p>
          </p:txBody>
        </p:sp>
        <p:sp>
          <p:nvSpPr>
            <p:cNvPr id="23" name="Rectangle 22"/>
            <p:cNvSpPr/>
            <p:nvPr/>
          </p:nvSpPr>
          <p:spPr>
            <a:xfrm>
              <a:off x="9240700" y="1746504"/>
              <a:ext cx="1481328" cy="914400"/>
            </a:xfrm>
            <a:prstGeom prst="rect">
              <a:avLst/>
            </a:prstGeom>
            <a:solidFill>
              <a:srgbClr val="1F293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1400" b="1" dirty="0">
                  <a:solidFill>
                    <a:srgbClr val="FFFFFF"/>
                  </a:solidFill>
                  <a:latin typeface="Calibri"/>
                </a:rPr>
                <a:t>Reuse</a:t>
              </a:r>
              <a:endParaRPr sz="1400" b="1" dirty="0">
                <a:solidFill>
                  <a:srgbClr val="FFFFFF"/>
                </a:solidFill>
                <a:latin typeface="Calibri"/>
              </a:endParaRPr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838047" y="3132900"/>
            <a:ext cx="10515600" cy="24468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F2937"/>
                </a:solidFill>
                <a:latin typeface="Calibri"/>
              </a:rPr>
              <a:t>•  Candidate meals come from the user's own history, </a:t>
            </a:r>
            <a:r>
              <a:rPr sz="2400" b="1" i="0" dirty="0" err="1">
                <a:solidFill>
                  <a:srgbClr val="1F2937"/>
                </a:solidFill>
                <a:latin typeface="Calibri"/>
              </a:rPr>
              <a:t>authorised</a:t>
            </a:r>
            <a:r>
              <a:rPr sz="2400" b="1" i="0" dirty="0">
                <a:solidFill>
                  <a:srgbClr val="1F2937"/>
                </a:solidFill>
                <a:latin typeface="Calibri"/>
              </a:rPr>
              <a:t> group records and a curated seed catalogue.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F2937"/>
                </a:solidFill>
                <a:latin typeface="Calibri"/>
              </a:rPr>
              <a:t>•  Hard rules remove invalid items; a hybrid model ranks the rest.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F2937"/>
                </a:solidFill>
                <a:latin typeface="Calibri"/>
              </a:rPr>
              <a:t>•  Users accept, reject, rate or mark "Would Eat Again" — feedback drives the next decision and offline retraining.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1" i="0" dirty="0">
                <a:solidFill>
                  <a:srgbClr val="1F2937"/>
                </a:solidFill>
                <a:latin typeface="Calibri"/>
              </a:rPr>
              <a:t>•  Android and Web expose the same capabilities and business rules.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F2937"/>
                </a:solidFill>
                <a:latin typeface="Calibri"/>
              </a:rPr>
              <a:t>Product Features Built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5399807"/>
              </p:ext>
            </p:extLst>
          </p:nvPr>
        </p:nvGraphicFramePr>
        <p:xfrm>
          <a:off x="502920" y="1325880"/>
          <a:ext cx="11155680" cy="49540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822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69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63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ID</a:t>
                      </a:r>
                    </a:p>
                  </a:txBody>
                  <a:tcPr marT="38100" marB="38100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 marT="38100" marB="38100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Key technologies</a:t>
                      </a:r>
                    </a:p>
                  </a:txBody>
                  <a:tcPr marT="38100" marB="38100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UC-01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Register, sign in, manage profile &amp; preferences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Spring Security, JWT, Bean Validation, JPA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UC-02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Food &amp; drink posts and history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Spring Boot REST, ownership &amp; visibility rules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UC-03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Groups, feed &amp; Want to Try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Group APIs, invite codes, permission filters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UC-04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Explainable food recommendations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Recommendation Agent, hard filters, Logistic Regression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UC-05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Accept / reject / rate / re-recommend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Feedback API, rejection constraints, offline retraining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UC-06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Cooking plan from ingredients, budget, time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Cooking Planner Agent, recipe catalogue, </a:t>
                      </a:r>
                      <a:r>
                        <a:rPr sz="1600" b="1" dirty="0" err="1">
                          <a:solidFill>
                            <a:srgbClr val="1F2937"/>
                          </a:solidFill>
                          <a:latin typeface="Calibri"/>
                        </a:rPr>
                        <a:t>Pydantic</a:t>
                      </a:r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 schema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UC-07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Chatbot platform search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Chatbot Orchestrator + Platform Search Agent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UC-08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Summarise / compare shared items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Content Summary Agent, reference resolver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84632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Calibri"/>
                        </a:rPr>
                        <a:t>UC-09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1F2937"/>
                          </a:solidFill>
                          <a:latin typeface="Calibri"/>
                        </a:rPr>
                        <a:t>Dashboard &amp; weekly recap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rgbClr val="1F2937"/>
                          </a:solidFill>
                          <a:latin typeface="Calibri"/>
                        </a:rPr>
                        <a:t>Vico / Recharts, Spring Boot aggregation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6263640"/>
            <a:ext cx="11155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 dirty="0">
                <a:solidFill>
                  <a:srgbClr val="5B6472"/>
                </a:solidFill>
                <a:latin typeface="Calibri"/>
              </a:rPr>
              <a:t>Identical business scope on Android and Web; only the UI layout differs.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F2937"/>
                </a:solidFill>
                <a:latin typeface="Calibri"/>
              </a:rPr>
              <a:t>High-Level Use Case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5</a:t>
            </a:r>
          </a:p>
        </p:txBody>
      </p:sp>
      <p:pic>
        <p:nvPicPr>
          <p:cNvPr id="9" name="FoodMind use-case diagram">
            <a:extLst>
              <a:ext uri="{FF2B5EF4-FFF2-40B4-BE49-F238E27FC236}">
                <a16:creationId xmlns:a16="http://schemas.microsoft.com/office/drawing/2014/main" id="{9A868359-04B7-F729-B112-C72032DCC7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5981" r="50294"/>
          <a:stretch>
            <a:fillRect/>
          </a:stretch>
        </p:blipFill>
        <p:spPr>
          <a:xfrm>
            <a:off x="5956973" y="234454"/>
            <a:ext cx="4185303" cy="6468793"/>
          </a:xfrm>
          <a:prstGeom prst="rect">
            <a:avLst/>
          </a:prstGeom>
        </p:spPr>
      </p:pic>
      <p:pic>
        <p:nvPicPr>
          <p:cNvPr id="10" name="图形 9">
            <a:extLst>
              <a:ext uri="{FF2B5EF4-FFF2-40B4-BE49-F238E27FC236}">
                <a16:creationId xmlns:a16="http://schemas.microsoft.com/office/drawing/2014/main" id="{F35C0717-58E1-714E-CD00-67DE9A593F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89865" y="929527"/>
            <a:ext cx="5454053" cy="558100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851A6F31-585A-6F78-5867-684DF1E41BAD}"/>
              </a:ext>
            </a:extLst>
          </p:cNvPr>
          <p:cNvSpPr txBox="1"/>
          <p:nvPr/>
        </p:nvSpPr>
        <p:spPr>
          <a:xfrm>
            <a:off x="10092433" y="2885993"/>
            <a:ext cx="2082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待改进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DA1C1A99-7124-DD4B-30D9-30BC3689B4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799" y="1629844"/>
            <a:ext cx="7772401" cy="3847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65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5E50BF-AE43-CA02-3CA7-C6D23E16DB2F}"/>
              </a:ext>
            </a:extLst>
          </p:cNvPr>
          <p:cNvSpPr txBox="1"/>
          <p:nvPr/>
        </p:nvSpPr>
        <p:spPr>
          <a:xfrm>
            <a:off x="278295" y="655984"/>
            <a:ext cx="114233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SG" b="1" dirty="0"/>
              <a:t>AI meal recommendation and feedback loop</a:t>
            </a:r>
            <a:endParaRPr lang="en-SG" dirty="0"/>
          </a:p>
          <a:p>
            <a:r>
              <a:rPr lang="en-SG" dirty="0"/>
              <a:t>Open “Eat Out &amp; Delivery” → Enter Current Context → Select an Optional Trusted Group → Generate Recommendation → View Explainable Top Choice → Try Another Option / Accept / Reject → Submit Post-Meal Rating → Improve Future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6251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 dirty="0">
                <a:solidFill>
                  <a:srgbClr val="1F2937"/>
                </a:solidFill>
                <a:latin typeface="Calibri"/>
              </a:rPr>
              <a:t>Data </a:t>
            </a:r>
            <a:r>
              <a:rPr sz="2700" b="1" i="0" dirty="0" err="1">
                <a:solidFill>
                  <a:srgbClr val="1F2937"/>
                </a:solidFill>
                <a:latin typeface="Calibri"/>
              </a:rPr>
              <a:t>Visualisation</a:t>
            </a:r>
            <a:r>
              <a:rPr sz="2700" b="1" i="0" dirty="0">
                <a:solidFill>
                  <a:srgbClr val="1F2937"/>
                </a:solidFill>
                <a:latin typeface="Calibri"/>
              </a:rPr>
              <a:t> &amp; Weekly Recap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48640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486400" cy="82296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 dirty="0">
                <a:solidFill>
                  <a:srgbClr val="1F2937"/>
                </a:solidFill>
                <a:latin typeface="Calibri"/>
              </a:rPr>
              <a:t>Live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•  Bar, pie and line charts (Vico on Android, Recharts on Web).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•  Meal/drink frequency, cuisine mix, spending, ratings, repetition, recommendation outcomes.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•  Computed from source records — not a competing system of record.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371600"/>
            <a:ext cx="5486400" cy="42062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63640" y="1371600"/>
            <a:ext cx="5486400" cy="82296"/>
          </a:xfrm>
          <a:prstGeom prst="rect">
            <a:avLst/>
          </a:prstGeom>
          <a:solidFill>
            <a:srgbClr val="1A73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37960" y="1600200"/>
            <a:ext cx="49377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 dirty="0">
                <a:solidFill>
                  <a:srgbClr val="1F2937"/>
                </a:solidFill>
                <a:latin typeface="Calibri"/>
              </a:rPr>
              <a:t>Weekly Recap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37960" y="2240280"/>
            <a:ext cx="4937760" cy="3108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•  A separate, concise periodic report — not a live dashboard.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•  Summarises the week's eating and spending at a glance.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F2937"/>
                </a:solidFill>
                <a:latin typeface="Calibri"/>
              </a:rPr>
              <a:t>•  Both clients consume identical backend metric definitions.</a:t>
            </a:r>
          </a:p>
        </p:txBody>
      </p:sp>
    </p:spTree>
    <p:extLst>
      <p:ext uri="{BB962C8B-B14F-4D97-AF65-F5344CB8AC3E}">
        <p14:creationId xmlns:p14="http://schemas.microsoft.com/office/powerpoint/2010/main" val="1104507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 dirty="0">
                <a:solidFill>
                  <a:srgbClr val="1F2937"/>
                </a:solidFill>
                <a:latin typeface="Calibri"/>
              </a:rPr>
              <a:t>Data Model — High-Level ER Diagram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7</a:t>
            </a: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4B710B9-D3B9-97ED-4D5E-C1E6B020F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37324"/>
            <a:ext cx="10278811" cy="5573596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F7F271F-99D7-E2F9-0FFC-6DF66F1034A1}"/>
              </a:ext>
            </a:extLst>
          </p:cNvPr>
          <p:cNvSpPr txBox="1"/>
          <p:nvPr/>
        </p:nvSpPr>
        <p:spPr>
          <a:xfrm>
            <a:off x="7499358" y="306327"/>
            <a:ext cx="20826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待改进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21D9D-47C0-D40A-AB1B-4E1CDB2000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2B6D802-FCC3-89BF-4160-CE30FA945652}"/>
              </a:ext>
            </a:extLst>
          </p:cNvPr>
          <p:cNvSpPr txBox="1"/>
          <p:nvPr/>
        </p:nvSpPr>
        <p:spPr>
          <a:xfrm>
            <a:off x="5083896" y="2921168"/>
            <a:ext cx="202420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6000" dirty="0"/>
              <a:t>Agent</a:t>
            </a:r>
            <a:endParaRPr lang="zh-CN" altLang="en-US" sz="6000" dirty="0"/>
          </a:p>
        </p:txBody>
      </p:sp>
    </p:spTree>
    <p:extLst>
      <p:ext uri="{BB962C8B-B14F-4D97-AF65-F5344CB8AC3E}">
        <p14:creationId xmlns:p14="http://schemas.microsoft.com/office/powerpoint/2010/main" val="12870273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>
            <a:extLst>
              <a:ext uri="{FF2B5EF4-FFF2-40B4-BE49-F238E27FC236}">
                <a16:creationId xmlns:a16="http://schemas.microsoft.com/office/drawing/2014/main" id="{6B956062-6872-41BE-9D6C-5CF227C9207B}"/>
              </a:ext>
            </a:extLst>
          </p:cNvPr>
          <p:cNvSpPr>
            <a:spLocks noGrp="1"/>
          </p:cNvSpPr>
          <p:nvPr/>
        </p:nvSpPr>
        <p:spPr>
          <a:xfrm>
            <a:off x="609600" y="476250"/>
            <a:ext cx="66675" cy="457200"/>
          </a:xfrm>
          <a:prstGeom prst="rect">
            <a:avLst/>
          </a:prstGeom>
          <a:solidFill>
            <a:srgbClr val="356B56"/>
          </a:solidFill>
          <a:ln w="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" name="slide-7-title">
            <a:extLst>
              <a:ext uri="{FF2B5EF4-FFF2-40B4-BE49-F238E27FC236}">
                <a16:creationId xmlns:a16="http://schemas.microsoft.com/office/drawing/2014/main" id="{4ED1C83C-7EF4-4EF0-8AC1-E96BD87B962A}"/>
              </a:ext>
            </a:extLst>
          </p:cNvPr>
          <p:cNvSpPr>
            <a:spLocks noGrp="1"/>
          </p:cNvSpPr>
          <p:nvPr/>
        </p:nvSpPr>
        <p:spPr>
          <a:xfrm>
            <a:off x="838200" y="457200"/>
            <a:ext cx="1057275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3450" b="1" i="0">
                <a:solidFill>
                  <a:srgbClr val="192526"/>
                </a:solidFill>
                <a:latin typeface="Arial"/>
                <a:ea typeface="Arial"/>
                <a:cs typeface="Arial"/>
              </a:defRPr>
            </a:pPr>
            <a:r>
              <a:rPr lang="en-US" sz="4800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Intelligence Services</a:t>
            </a:r>
            <a:r>
              <a:rPr lang="en-US" sz="3450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 Design</a:t>
            </a:r>
            <a:endParaRPr sz="3450" b="1" i="0" dirty="0">
              <a:solidFill>
                <a:srgbClr val="1925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A341B89E-F124-426E-A5F9-B5AFBBA3E267}"/>
              </a:ext>
            </a:extLst>
          </p:cNvPr>
          <p:cNvSpPr>
            <a:spLocks noGrp="1"/>
          </p:cNvSpPr>
          <p:nvPr/>
        </p:nvSpPr>
        <p:spPr>
          <a:xfrm>
            <a:off x="609600" y="6477000"/>
            <a:ext cx="10972800" cy="0"/>
          </a:xfrm>
          <a:prstGeom prst="line">
            <a:avLst/>
          </a:prstGeom>
          <a:noFill/>
          <a:ln w="9525">
            <a:solidFill>
              <a:srgbClr val="D8DD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C0E0A4C-F0D9-46E6-B046-A8537669BB22}"/>
              </a:ext>
            </a:extLst>
          </p:cNvPr>
          <p:cNvSpPr>
            <a:spLocks noGrp="1"/>
          </p:cNvSpPr>
          <p:nvPr/>
        </p:nvSpPr>
        <p:spPr>
          <a:xfrm>
            <a:off x="609600" y="6553200"/>
            <a:ext cx="2381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975" b="1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667174"/>
                </a:solidFill>
                <a:latin typeface="Arial"/>
                <a:ea typeface="Arial"/>
                <a:cs typeface="Arial"/>
              </a:rPr>
              <a:t>FOODMIND  •  TEAM 5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CD27802-8175-4425-9FE4-0C8AE9E9911C}"/>
              </a:ext>
            </a:extLst>
          </p:cNvPr>
          <p:cNvSpPr>
            <a:spLocks noGrp="1"/>
          </p:cNvSpPr>
          <p:nvPr/>
        </p:nvSpPr>
        <p:spPr>
          <a:xfrm>
            <a:off x="11144250" y="6534150"/>
            <a:ext cx="43815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r">
              <a:lnSpc>
                <a:spcPct val="105000"/>
              </a:lnSpc>
              <a:buNone/>
              <a:defRPr sz="1050" b="0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66717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352B7F0-DFF8-4F9D-8DB0-4E665B91A6C4}"/>
              </a:ext>
            </a:extLst>
          </p:cNvPr>
          <p:cNvSpPr>
            <a:spLocks noGrp="1"/>
          </p:cNvSpPr>
          <p:nvPr/>
        </p:nvSpPr>
        <p:spPr>
          <a:xfrm>
            <a:off x="666750" y="1676400"/>
            <a:ext cx="70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925" b="1" i="0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56B5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DCAFDD-857B-4537-B17A-7D0A76A984DA}"/>
              </a:ext>
            </a:extLst>
          </p:cNvPr>
          <p:cNvSpPr>
            <a:spLocks noGrp="1"/>
          </p:cNvSpPr>
          <p:nvPr/>
        </p:nvSpPr>
        <p:spPr>
          <a:xfrm>
            <a:off x="666750" y="2266950"/>
            <a:ext cx="3028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67174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CDF3DD6-B010-49CC-BF4F-F385485C684B}"/>
              </a:ext>
            </a:extLst>
          </p:cNvPr>
          <p:cNvSpPr>
            <a:spLocks noGrp="1"/>
          </p:cNvSpPr>
          <p:nvPr/>
        </p:nvSpPr>
        <p:spPr>
          <a:xfrm>
            <a:off x="91979" y="2683135"/>
            <a:ext cx="3822795" cy="95264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5000"/>
              </a:lnSpc>
              <a:buNone/>
              <a:defRPr sz="2100" b="1" i="0">
                <a:solidFill>
                  <a:srgbClr val="192526"/>
                </a:solidFill>
                <a:latin typeface="Arial"/>
                <a:ea typeface="Arial"/>
                <a:cs typeface="Arial"/>
              </a:defRPr>
            </a:pPr>
            <a:r>
              <a:rPr lang="en-SG" sz="2100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Recommendation Agent</a:t>
            </a:r>
          </a:p>
          <a:p>
            <a:pPr algn="ctr">
              <a:lnSpc>
                <a:spcPct val="105000"/>
              </a:lnSpc>
              <a:buNone/>
              <a:defRPr sz="2100" b="1" i="0">
                <a:solidFill>
                  <a:srgbClr val="192526"/>
                </a:solidFill>
                <a:latin typeface="Arial"/>
                <a:ea typeface="Arial"/>
                <a:cs typeface="Arial"/>
              </a:defRPr>
            </a:pPr>
            <a:r>
              <a:rPr lang="en-SG" sz="2100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+</a:t>
            </a:r>
          </a:p>
          <a:p>
            <a:pPr algn="ctr">
              <a:lnSpc>
                <a:spcPct val="105000"/>
              </a:lnSpc>
              <a:buNone/>
              <a:defRPr sz="2100" b="1" i="0">
                <a:solidFill>
                  <a:srgbClr val="192526"/>
                </a:solidFill>
                <a:latin typeface="Arial"/>
                <a:ea typeface="Arial"/>
                <a:cs typeface="Arial"/>
              </a:defRPr>
            </a:pPr>
            <a:r>
              <a:rPr lang="en-SG" sz="2100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Inference Service</a:t>
            </a:r>
            <a:endParaRPr sz="2100" b="1" i="0" dirty="0">
              <a:solidFill>
                <a:srgbClr val="1925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87C9841-FF88-4D4E-AA6C-8A193C4723D4}"/>
              </a:ext>
            </a:extLst>
          </p:cNvPr>
          <p:cNvSpPr>
            <a:spLocks noGrp="1"/>
          </p:cNvSpPr>
          <p:nvPr/>
        </p:nvSpPr>
        <p:spPr>
          <a:xfrm>
            <a:off x="348756" y="3789389"/>
            <a:ext cx="3480295" cy="186703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lang="en-SG" sz="1575" dirty="0">
                <a:solidFill>
                  <a:srgbClr val="667174"/>
                </a:solidFill>
                <a:latin typeface="Arial"/>
                <a:ea typeface="Arial"/>
                <a:cs typeface="Arial"/>
              </a:rPr>
              <a:t>A bounded Recommendation Agent orchestrates a fixed </a:t>
            </a:r>
            <a:r>
              <a:rPr lang="en-SG" sz="1575" dirty="0" err="1">
                <a:solidFill>
                  <a:srgbClr val="667174"/>
                </a:solidFill>
                <a:latin typeface="Arial"/>
                <a:ea typeface="Arial"/>
                <a:cs typeface="Arial"/>
              </a:rPr>
              <a:t>LangGraph</a:t>
            </a:r>
            <a:r>
              <a:rPr lang="en-SG" sz="1575" dirty="0">
                <a:solidFill>
                  <a:srgbClr val="667174"/>
                </a:solidFill>
                <a:latin typeface="Arial"/>
                <a:ea typeface="Arial"/>
                <a:cs typeface="Arial"/>
              </a:rPr>
              <a:t> workflow, calls the private Inference Service once, validates model output, and returns explainable ranked recommendations.</a:t>
            </a:r>
            <a:endParaRPr sz="1575" b="0" i="0" dirty="0">
              <a:solidFill>
                <a:srgbClr val="667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C56C701-8F82-47CD-BDD7-ED96EB72BBEF}"/>
              </a:ext>
            </a:extLst>
          </p:cNvPr>
          <p:cNvSpPr>
            <a:spLocks noGrp="1"/>
          </p:cNvSpPr>
          <p:nvPr/>
        </p:nvSpPr>
        <p:spPr>
          <a:xfrm>
            <a:off x="4095750" y="1600200"/>
            <a:ext cx="0" cy="0"/>
          </a:xfrm>
          <a:prstGeom prst="line">
            <a:avLst/>
          </a:prstGeom>
          <a:noFill/>
          <a:ln w="9525">
            <a:solidFill>
              <a:srgbClr val="D8DD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2D84C2BF-56E8-4F78-9260-8D7216B8A4DD}"/>
              </a:ext>
            </a:extLst>
          </p:cNvPr>
          <p:cNvSpPr>
            <a:spLocks noGrp="1"/>
          </p:cNvSpPr>
          <p:nvPr/>
        </p:nvSpPr>
        <p:spPr>
          <a:xfrm>
            <a:off x="4095750" y="1600200"/>
            <a:ext cx="0" cy="3810000"/>
          </a:xfrm>
          <a:prstGeom prst="line">
            <a:avLst/>
          </a:prstGeom>
          <a:noFill/>
          <a:ln w="11430">
            <a:solidFill>
              <a:srgbClr val="D8DD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125D16E-14AC-4F58-A313-9B437B19D038}"/>
              </a:ext>
            </a:extLst>
          </p:cNvPr>
          <p:cNvSpPr>
            <a:spLocks noGrp="1"/>
          </p:cNvSpPr>
          <p:nvPr/>
        </p:nvSpPr>
        <p:spPr>
          <a:xfrm>
            <a:off x="4514850" y="1676400"/>
            <a:ext cx="70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925" b="1" i="0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356B5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4B7B59B-775D-4C90-AB48-7B4D31F8B11F}"/>
              </a:ext>
            </a:extLst>
          </p:cNvPr>
          <p:cNvSpPr>
            <a:spLocks noGrp="1"/>
          </p:cNvSpPr>
          <p:nvPr/>
        </p:nvSpPr>
        <p:spPr>
          <a:xfrm>
            <a:off x="4514850" y="2266950"/>
            <a:ext cx="2857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67174"/>
                </a:solidFill>
                <a:latin typeface="Arial"/>
                <a:ea typeface="Arial"/>
                <a:cs typeface="Arial"/>
              </a:rPr>
              <a:t>COOKING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FA48AD0-07F9-423D-9CDB-C34041D9C641}"/>
              </a:ext>
            </a:extLst>
          </p:cNvPr>
          <p:cNvSpPr>
            <a:spLocks noGrp="1"/>
          </p:cNvSpPr>
          <p:nvPr/>
        </p:nvSpPr>
        <p:spPr>
          <a:xfrm>
            <a:off x="4412713" y="2683135"/>
            <a:ext cx="3250149" cy="44113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100" b="1" i="0">
                <a:solidFill>
                  <a:srgbClr val="192526"/>
                </a:solidFill>
                <a:latin typeface="Arial"/>
                <a:ea typeface="Arial"/>
                <a:cs typeface="Arial"/>
              </a:defRPr>
            </a:pPr>
            <a:r>
              <a:rPr sz="2100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Cooking Planner </a:t>
            </a:r>
            <a:r>
              <a:rPr sz="2100" b="1" dirty="0">
                <a:solidFill>
                  <a:srgbClr val="192526"/>
                </a:solidFill>
                <a:latin typeface="Arial"/>
                <a:cs typeface="Arial"/>
              </a:rPr>
              <a:t>Agent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645B9F1-427D-473B-89A2-6C755197386B}"/>
              </a:ext>
            </a:extLst>
          </p:cNvPr>
          <p:cNvSpPr>
            <a:spLocks noGrp="1"/>
          </p:cNvSpPr>
          <p:nvPr/>
        </p:nvSpPr>
        <p:spPr>
          <a:xfrm>
            <a:off x="4493168" y="3181350"/>
            <a:ext cx="3279231" cy="841041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575" b="0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lang="en-SG" sz="1575" b="0" i="0" dirty="0">
                <a:solidFill>
                  <a:srgbClr val="667174"/>
                </a:solidFill>
                <a:latin typeface="Arial"/>
                <a:ea typeface="Arial"/>
                <a:cs typeface="Arial"/>
              </a:rPr>
              <a:t>Uses ingredients, recipes, time, budget and dietary constraints to build a feasible cooking plan.</a:t>
            </a:r>
            <a:endParaRPr sz="1575" b="0" i="0" dirty="0">
              <a:solidFill>
                <a:srgbClr val="667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直接连接符 15">
            <a:extLst>
              <a:ext uri="{FF2B5EF4-FFF2-40B4-BE49-F238E27FC236}">
                <a16:creationId xmlns:a16="http://schemas.microsoft.com/office/drawing/2014/main" id="{F7CB57B3-C620-473C-8229-D4D3BFD6B310}"/>
              </a:ext>
            </a:extLst>
          </p:cNvPr>
          <p:cNvSpPr>
            <a:spLocks noGrp="1"/>
          </p:cNvSpPr>
          <p:nvPr/>
        </p:nvSpPr>
        <p:spPr>
          <a:xfrm>
            <a:off x="7953375" y="1600200"/>
            <a:ext cx="0" cy="3810000"/>
          </a:xfrm>
          <a:prstGeom prst="line">
            <a:avLst/>
          </a:prstGeom>
          <a:noFill/>
          <a:ln w="11430">
            <a:solidFill>
              <a:srgbClr val="D8DDD9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73F909-54A6-4C1A-AC4B-014176F3325C}"/>
              </a:ext>
            </a:extLst>
          </p:cNvPr>
          <p:cNvSpPr>
            <a:spLocks noGrp="1"/>
          </p:cNvSpPr>
          <p:nvPr/>
        </p:nvSpPr>
        <p:spPr>
          <a:xfrm>
            <a:off x="8382000" y="1676400"/>
            <a:ext cx="7048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925" b="1" i="0">
                <a:solidFill>
                  <a:srgbClr val="B86143"/>
                </a:solidFill>
                <a:latin typeface="Arial"/>
                <a:ea typeface="Arial"/>
                <a:cs typeface="Arial"/>
              </a:defRPr>
            </a:pPr>
            <a:r>
              <a:rPr sz="2925" b="1" i="0">
                <a:solidFill>
                  <a:srgbClr val="B8614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AB93A56-DB33-4691-A7A1-B4EF2202AE05}"/>
              </a:ext>
            </a:extLst>
          </p:cNvPr>
          <p:cNvSpPr>
            <a:spLocks noGrp="1"/>
          </p:cNvSpPr>
          <p:nvPr/>
        </p:nvSpPr>
        <p:spPr>
          <a:xfrm>
            <a:off x="8382000" y="2266950"/>
            <a:ext cx="24765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650" b="1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667174"/>
                </a:solidFill>
                <a:latin typeface="Arial"/>
                <a:ea typeface="Arial"/>
                <a:cs typeface="Arial"/>
              </a:rPr>
              <a:t>CHATBOT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8CB6E57B-BBC5-4764-8E29-F4C92174A8F9}"/>
              </a:ext>
            </a:extLst>
          </p:cNvPr>
          <p:cNvSpPr>
            <a:spLocks noGrp="1"/>
          </p:cNvSpPr>
          <p:nvPr/>
        </p:nvSpPr>
        <p:spPr>
          <a:xfrm>
            <a:off x="8160792" y="2683135"/>
            <a:ext cx="3650208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2025" b="1" i="0">
                <a:solidFill>
                  <a:srgbClr val="192526"/>
                </a:solidFill>
                <a:latin typeface="Arial"/>
                <a:ea typeface="Arial"/>
                <a:cs typeface="Arial"/>
              </a:defRPr>
            </a:pPr>
            <a:r>
              <a:rPr lang="en-US" sz="2025" b="1" i="0" dirty="0">
                <a:solidFill>
                  <a:srgbClr val="192526"/>
                </a:solidFill>
                <a:latin typeface="Arial"/>
                <a:ea typeface="Arial"/>
                <a:cs typeface="Arial"/>
              </a:rPr>
              <a:t>Grounded Chatbot</a:t>
            </a:r>
            <a:endParaRPr sz="2025" b="1" i="0" dirty="0">
              <a:solidFill>
                <a:srgbClr val="19252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47C0D22-9731-46D7-9108-06E9A3AE4CF5}"/>
              </a:ext>
            </a:extLst>
          </p:cNvPr>
          <p:cNvSpPr>
            <a:spLocks noGrp="1"/>
          </p:cNvSpPr>
          <p:nvPr/>
        </p:nvSpPr>
        <p:spPr>
          <a:xfrm>
            <a:off x="8382000" y="3390900"/>
            <a:ext cx="314325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725" b="1" i="0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endParaRPr sz="1725" b="1" i="0" dirty="0">
              <a:solidFill>
                <a:srgbClr val="356B56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72A8EB44-5E42-421D-B89D-6823AA8C8A25}"/>
              </a:ext>
            </a:extLst>
          </p:cNvPr>
          <p:cNvSpPr>
            <a:spLocks noGrp="1"/>
          </p:cNvSpPr>
          <p:nvPr/>
        </p:nvSpPr>
        <p:spPr>
          <a:xfrm>
            <a:off x="8267701" y="3346118"/>
            <a:ext cx="3650203" cy="847723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buNone/>
              <a:defRPr sz="1500" b="0" i="0">
                <a:solidFill>
                  <a:srgbClr val="667174"/>
                </a:solidFill>
                <a:latin typeface="Arial"/>
                <a:ea typeface="Arial"/>
                <a:cs typeface="Arial"/>
              </a:defRPr>
            </a:pPr>
            <a:r>
              <a:rPr lang="en-SG" sz="1500" b="0" i="0" dirty="0">
                <a:solidFill>
                  <a:srgbClr val="667174"/>
                </a:solidFill>
                <a:latin typeface="Arial"/>
                <a:ea typeface="Arial"/>
                <a:cs typeface="Arial"/>
              </a:rPr>
              <a:t>Routes food-related requests to search, summary or comparison workflows using backend APIs and generate responses.</a:t>
            </a:r>
            <a:endParaRPr sz="1500" b="0" i="0" dirty="0">
              <a:solidFill>
                <a:srgbClr val="667174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961C28F3-AD1E-4910-AAE4-66563CF2BBC2}"/>
              </a:ext>
            </a:extLst>
          </p:cNvPr>
          <p:cNvSpPr>
            <a:spLocks noGrp="1"/>
          </p:cNvSpPr>
          <p:nvPr/>
        </p:nvSpPr>
        <p:spPr>
          <a:xfrm>
            <a:off x="1562100" y="5761914"/>
            <a:ext cx="9067800" cy="609600"/>
          </a:xfrm>
          <a:prstGeom prst="roundRect">
            <a:avLst>
              <a:gd name="adj" fmla="val 18750"/>
            </a:avLst>
          </a:prstGeom>
          <a:solidFill>
            <a:srgbClr val="E7F0EB"/>
          </a:solidFill>
          <a:ln w="10478">
            <a:solidFill>
              <a:srgbClr val="4F806B"/>
            </a:solidFill>
            <a:prstDash val="solid"/>
          </a:ln>
        </p:spPr>
        <p:txBody>
          <a:bodyPr wrap="square" lIns="114300" tIns="95250" rIns="114300" bIns="95250" anchor="ctr">
            <a:noAutofit/>
          </a:bodyPr>
          <a:lstStyle/>
          <a:p>
            <a:pPr algn="ctr">
              <a:lnSpc>
                <a:spcPct val="100000"/>
              </a:lnSpc>
              <a:buNone/>
              <a:defRPr sz="1425" b="1">
                <a:solidFill>
                  <a:srgbClr val="356B56"/>
                </a:solidFill>
                <a:latin typeface="Arial"/>
                <a:ea typeface="Arial"/>
                <a:cs typeface="Arial"/>
              </a:defRPr>
            </a:pPr>
            <a:r>
              <a:rPr lang="en-SG" sz="1425" b="1" dirty="0" err="1">
                <a:solidFill>
                  <a:srgbClr val="356B56"/>
                </a:solidFill>
                <a:latin typeface="Arial"/>
                <a:ea typeface="Arial"/>
                <a:cs typeface="Arial"/>
              </a:rPr>
              <a:t>LangGraph</a:t>
            </a:r>
            <a:r>
              <a:rPr lang="en-SG" sz="1425" b="1" dirty="0">
                <a:solidFill>
                  <a:srgbClr val="356B56"/>
                </a:solidFill>
                <a:latin typeface="Arial"/>
                <a:ea typeface="Arial"/>
                <a:cs typeface="Arial"/>
              </a:rPr>
              <a:t> manages the Recommendation and Cooking </a:t>
            </a:r>
            <a:r>
              <a:rPr lang="en-SG" sz="1425" b="1" dirty="0" err="1">
                <a:solidFill>
                  <a:srgbClr val="356B56"/>
                </a:solidFill>
                <a:latin typeface="Arial"/>
                <a:ea typeface="Arial"/>
                <a:cs typeface="Arial"/>
              </a:rPr>
              <a:t>workflows.Each</a:t>
            </a:r>
            <a:r>
              <a:rPr lang="en-SG" sz="1425" b="1" dirty="0">
                <a:solidFill>
                  <a:srgbClr val="356B56"/>
                </a:solidFill>
                <a:latin typeface="Arial"/>
                <a:ea typeface="Arial"/>
                <a:cs typeface="Arial"/>
              </a:rPr>
              <a:t> Intelligence service applies bounded routing, timeouts, authorisation and traceable execution.</a:t>
            </a:r>
            <a:endParaRPr sz="1425" b="1" dirty="0">
              <a:solidFill>
                <a:srgbClr val="356B56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84264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07B0E458-D467-0D85-23A9-82C9CEE46774}"/>
              </a:ext>
            </a:extLst>
          </p:cNvPr>
          <p:cNvSpPr txBox="1"/>
          <p:nvPr/>
        </p:nvSpPr>
        <p:spPr>
          <a:xfrm>
            <a:off x="170597" y="177420"/>
            <a:ext cx="863326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JWT Security</a:t>
            </a:r>
          </a:p>
          <a:p>
            <a:r>
              <a:rPr lang="en-US" altLang="zh-CN" sz="3200" b="1" dirty="0"/>
              <a:t>We did a special design.</a:t>
            </a:r>
            <a:r>
              <a:rPr lang="zh-CN" altLang="en-US" sz="3200" b="1" dirty="0"/>
              <a:t>  </a:t>
            </a:r>
            <a:r>
              <a:rPr lang="en-US" altLang="zh-CN" sz="3200" b="1" dirty="0"/>
              <a:t>Use two different tokens</a:t>
            </a:r>
            <a:endParaRPr lang="zh-CN" altLang="en-US" sz="3200" b="1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60DDD22C-58A4-1D35-032E-572FE4B82ACE}"/>
              </a:ext>
            </a:extLst>
          </p:cNvPr>
          <p:cNvSpPr txBox="1"/>
          <p:nvPr/>
        </p:nvSpPr>
        <p:spPr>
          <a:xfrm>
            <a:off x="7045293" y="1593347"/>
            <a:ext cx="3222497" cy="1938992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SG" altLang="zh-CN" sz="2400" b="1" dirty="0"/>
              <a:t>Short-lived Access JWT</a:t>
            </a:r>
          </a:p>
          <a:p>
            <a:r>
              <a:rPr lang="en-SG" altLang="zh-CN" sz="2400" b="1" dirty="0"/>
              <a:t>Send to client</a:t>
            </a:r>
          </a:p>
          <a:p>
            <a:r>
              <a:rPr lang="en-SG" altLang="zh-CN" dirty="0"/>
              <a:t>15 minutes</a:t>
            </a:r>
          </a:p>
          <a:p>
            <a:r>
              <a:rPr lang="en-SG" altLang="zh-CN" dirty="0"/>
              <a:t>Used on every protected API request</a:t>
            </a:r>
          </a:p>
          <a:p>
            <a:r>
              <a:rPr lang="en-SG" altLang="zh-CN" dirty="0"/>
              <a:t>Fast verification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F7855BF-2051-825A-9801-6DDB248F0D37}"/>
              </a:ext>
            </a:extLst>
          </p:cNvPr>
          <p:cNvSpPr txBox="1"/>
          <p:nvPr/>
        </p:nvSpPr>
        <p:spPr>
          <a:xfrm>
            <a:off x="888457" y="1731847"/>
            <a:ext cx="3476809" cy="1661993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SG" altLang="zh-CN" sz="2400" b="1" dirty="0"/>
              <a:t>Long-lived Refresh Token</a:t>
            </a:r>
          </a:p>
          <a:p>
            <a:r>
              <a:rPr lang="en-SG" altLang="zh-CN" sz="2400" b="1" dirty="0"/>
              <a:t>Only in database</a:t>
            </a:r>
          </a:p>
          <a:p>
            <a:r>
              <a:rPr lang="en-SG" altLang="zh-CN" dirty="0"/>
              <a:t>30 days</a:t>
            </a:r>
          </a:p>
          <a:p>
            <a:r>
              <a:rPr lang="en-SG" altLang="zh-CN" dirty="0"/>
              <a:t>Used only at /auth/refresh</a:t>
            </a:r>
          </a:p>
          <a:p>
            <a:r>
              <a:rPr lang="en-SG" altLang="zh-CN" dirty="0"/>
              <a:t>Hashed, rotated and revocable</a:t>
            </a:r>
            <a:endParaRPr lang="zh-CN" altLang="en-US" dirty="0"/>
          </a:p>
        </p:txBody>
      </p: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D0FF6395-3524-AE61-20F5-8D587B56F261}"/>
              </a:ext>
            </a:extLst>
          </p:cNvPr>
          <p:cNvGrpSpPr/>
          <p:nvPr/>
        </p:nvGrpSpPr>
        <p:grpSpPr>
          <a:xfrm>
            <a:off x="1357952" y="4122045"/>
            <a:ext cx="1412543" cy="1044054"/>
            <a:chOff x="1166884" y="3937379"/>
            <a:chExt cx="1412543" cy="1044054"/>
          </a:xfrm>
        </p:grpSpPr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7B5B132A-3438-CC57-BBB8-F7859AC3DDB4}"/>
                </a:ext>
              </a:extLst>
            </p:cNvPr>
            <p:cNvSpPr/>
            <p:nvPr/>
          </p:nvSpPr>
          <p:spPr>
            <a:xfrm>
              <a:off x="1166884" y="3937379"/>
              <a:ext cx="1412543" cy="10440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683B9D52-D274-1744-031F-A937529B9C7B}"/>
                </a:ext>
              </a:extLst>
            </p:cNvPr>
            <p:cNvSpPr txBox="1"/>
            <p:nvPr/>
          </p:nvSpPr>
          <p:spPr>
            <a:xfrm>
              <a:off x="1510171" y="4274740"/>
              <a:ext cx="7259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Client</a:t>
              </a:r>
              <a:endParaRPr lang="zh-CN" altLang="en-US" dirty="0"/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667579EC-EEAC-F72E-BD28-F83C9F41FCC0}"/>
              </a:ext>
            </a:extLst>
          </p:cNvPr>
          <p:cNvGrpSpPr/>
          <p:nvPr/>
        </p:nvGrpSpPr>
        <p:grpSpPr>
          <a:xfrm>
            <a:off x="8229600" y="4122045"/>
            <a:ext cx="1323833" cy="1044054"/>
            <a:chOff x="6960358" y="4176215"/>
            <a:chExt cx="1323833" cy="1044054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4E8D4BBC-A74B-BC21-6D31-C768B65EED53}"/>
                </a:ext>
              </a:extLst>
            </p:cNvPr>
            <p:cNvSpPr/>
            <p:nvPr/>
          </p:nvSpPr>
          <p:spPr>
            <a:xfrm>
              <a:off x="6960358" y="4176215"/>
              <a:ext cx="1323833" cy="104405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47F1F2EF-25EF-15A3-0C09-28D86A39EB56}"/>
                </a:ext>
              </a:extLst>
            </p:cNvPr>
            <p:cNvSpPr txBox="1"/>
            <p:nvPr/>
          </p:nvSpPr>
          <p:spPr>
            <a:xfrm>
              <a:off x="7229442" y="4500350"/>
              <a:ext cx="78566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Server</a:t>
              </a:r>
              <a:endParaRPr lang="zh-CN" altLang="en-US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D6DCBFD4-C8D6-30B6-79CC-6706172F9544}"/>
              </a:ext>
            </a:extLst>
          </p:cNvPr>
          <p:cNvGrpSpPr/>
          <p:nvPr/>
        </p:nvGrpSpPr>
        <p:grpSpPr>
          <a:xfrm>
            <a:off x="8004730" y="4773334"/>
            <a:ext cx="1864515" cy="491319"/>
            <a:chOff x="6096000" y="4053385"/>
            <a:chExt cx="1864515" cy="491319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571DC0EB-9CE4-2901-F0D8-0EA3FAF82C50}"/>
                </a:ext>
              </a:extLst>
            </p:cNvPr>
            <p:cNvSpPr/>
            <p:nvPr/>
          </p:nvSpPr>
          <p:spPr>
            <a:xfrm>
              <a:off x="6096000" y="4053385"/>
              <a:ext cx="1864515" cy="491319"/>
            </a:xfrm>
            <a:prstGeom prst="round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45095A9E-9AED-1C60-DDEB-D39C448D9500}"/>
                </a:ext>
              </a:extLst>
            </p:cNvPr>
            <p:cNvSpPr txBox="1"/>
            <p:nvPr/>
          </p:nvSpPr>
          <p:spPr>
            <a:xfrm>
              <a:off x="6169764" y="4122045"/>
              <a:ext cx="1751057" cy="36933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rtlCol="0">
              <a:spAutoFit/>
            </a:bodyPr>
            <a:lstStyle/>
            <a:p>
              <a:r>
                <a:rPr lang="en-US" altLang="zh-CN" dirty="0"/>
                <a:t>Long-lived Token</a:t>
              </a:r>
              <a:endParaRPr lang="zh-CN" altLang="en-US" dirty="0"/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C131AB80-6360-9EFE-5410-864F59599E1E}"/>
              </a:ext>
            </a:extLst>
          </p:cNvPr>
          <p:cNvGrpSpPr/>
          <p:nvPr/>
        </p:nvGrpSpPr>
        <p:grpSpPr>
          <a:xfrm>
            <a:off x="7965482" y="5131261"/>
            <a:ext cx="1977080" cy="491319"/>
            <a:chOff x="6056752" y="4053385"/>
            <a:chExt cx="1977080" cy="491319"/>
          </a:xfrm>
          <a:solidFill>
            <a:schemeClr val="bg1"/>
          </a:solidFill>
        </p:grpSpPr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8D9627FD-D9F4-1B29-E695-AE814052F839}"/>
                </a:ext>
              </a:extLst>
            </p:cNvPr>
            <p:cNvSpPr/>
            <p:nvPr/>
          </p:nvSpPr>
          <p:spPr>
            <a:xfrm>
              <a:off x="6096000" y="4053385"/>
              <a:ext cx="1864515" cy="49131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9898AB6A-03B9-F4B0-6B90-BEA285603B38}"/>
                </a:ext>
              </a:extLst>
            </p:cNvPr>
            <p:cNvSpPr txBox="1"/>
            <p:nvPr/>
          </p:nvSpPr>
          <p:spPr>
            <a:xfrm>
              <a:off x="6056752" y="4114378"/>
              <a:ext cx="197708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Short-lived Token 1</a:t>
              </a:r>
              <a:endParaRPr lang="zh-CN" altLang="en-US" dirty="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AD8C6CBA-3423-D25B-BEB4-B562A88076EF}"/>
              </a:ext>
            </a:extLst>
          </p:cNvPr>
          <p:cNvGrpSpPr/>
          <p:nvPr/>
        </p:nvGrpSpPr>
        <p:grpSpPr>
          <a:xfrm>
            <a:off x="7965482" y="5139647"/>
            <a:ext cx="1977080" cy="491319"/>
            <a:chOff x="6056752" y="4053385"/>
            <a:chExt cx="1977080" cy="491319"/>
          </a:xfrm>
          <a:solidFill>
            <a:schemeClr val="bg1"/>
          </a:solidFill>
        </p:grpSpPr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5AE55182-C382-ED9B-4EB7-B20026791170}"/>
                </a:ext>
              </a:extLst>
            </p:cNvPr>
            <p:cNvSpPr/>
            <p:nvPr/>
          </p:nvSpPr>
          <p:spPr>
            <a:xfrm>
              <a:off x="6096000" y="4053385"/>
              <a:ext cx="1864515" cy="49131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9780511F-F253-3D16-A5C5-960698B73A78}"/>
                </a:ext>
              </a:extLst>
            </p:cNvPr>
            <p:cNvSpPr txBox="1"/>
            <p:nvPr/>
          </p:nvSpPr>
          <p:spPr>
            <a:xfrm>
              <a:off x="6056752" y="4114378"/>
              <a:ext cx="197708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Short-lived Token 1</a:t>
              </a:r>
              <a:endParaRPr lang="zh-CN" altLang="en-US" dirty="0"/>
            </a:p>
          </p:txBody>
        </p:sp>
      </p:grpSp>
      <p:sp>
        <p:nvSpPr>
          <p:cNvPr id="34" name="乘号 33">
            <a:extLst>
              <a:ext uri="{FF2B5EF4-FFF2-40B4-BE49-F238E27FC236}">
                <a16:creationId xmlns:a16="http://schemas.microsoft.com/office/drawing/2014/main" id="{EC9BCB35-FBF2-9C17-F17D-206A142CC816}"/>
              </a:ext>
            </a:extLst>
          </p:cNvPr>
          <p:cNvSpPr/>
          <p:nvPr/>
        </p:nvSpPr>
        <p:spPr>
          <a:xfrm>
            <a:off x="8724511" y="5144740"/>
            <a:ext cx="459021" cy="495214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5" name="乘号 34">
            <a:extLst>
              <a:ext uri="{FF2B5EF4-FFF2-40B4-BE49-F238E27FC236}">
                <a16:creationId xmlns:a16="http://schemas.microsoft.com/office/drawing/2014/main" id="{640C2C2E-135B-E668-3C0E-C724A7E2D061}"/>
              </a:ext>
            </a:extLst>
          </p:cNvPr>
          <p:cNvSpPr/>
          <p:nvPr/>
        </p:nvSpPr>
        <p:spPr>
          <a:xfrm>
            <a:off x="1968186" y="4963719"/>
            <a:ext cx="459021" cy="495214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5840522D-A658-4820-D4D0-4CE76C2C7880}"/>
              </a:ext>
            </a:extLst>
          </p:cNvPr>
          <p:cNvGrpSpPr/>
          <p:nvPr/>
        </p:nvGrpSpPr>
        <p:grpSpPr>
          <a:xfrm>
            <a:off x="7983971" y="5654946"/>
            <a:ext cx="1977080" cy="491319"/>
            <a:chOff x="6056752" y="4053385"/>
            <a:chExt cx="1977080" cy="491319"/>
          </a:xfrm>
          <a:solidFill>
            <a:schemeClr val="bg1"/>
          </a:solidFill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59082935-7719-165A-BC75-C0DE3CF99512}"/>
                </a:ext>
              </a:extLst>
            </p:cNvPr>
            <p:cNvSpPr/>
            <p:nvPr/>
          </p:nvSpPr>
          <p:spPr>
            <a:xfrm>
              <a:off x="6096000" y="4053385"/>
              <a:ext cx="1864515" cy="49131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D5A1DD52-EB50-6A3C-EBDB-86F83F4DCE37}"/>
                </a:ext>
              </a:extLst>
            </p:cNvPr>
            <p:cNvSpPr txBox="1"/>
            <p:nvPr/>
          </p:nvSpPr>
          <p:spPr>
            <a:xfrm>
              <a:off x="6056752" y="4114378"/>
              <a:ext cx="197708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Short-lived Token 2</a:t>
              </a:r>
              <a:endParaRPr lang="zh-CN" altLang="en-US" dirty="0"/>
            </a:p>
          </p:txBody>
        </p:sp>
      </p:grpSp>
      <p:grpSp>
        <p:nvGrpSpPr>
          <p:cNvPr id="41" name="组合 40">
            <a:extLst>
              <a:ext uri="{FF2B5EF4-FFF2-40B4-BE49-F238E27FC236}">
                <a16:creationId xmlns:a16="http://schemas.microsoft.com/office/drawing/2014/main" id="{6B2D95A5-F2CD-B65A-7E13-92C87815274F}"/>
              </a:ext>
            </a:extLst>
          </p:cNvPr>
          <p:cNvGrpSpPr/>
          <p:nvPr/>
        </p:nvGrpSpPr>
        <p:grpSpPr>
          <a:xfrm>
            <a:off x="7985831" y="5658279"/>
            <a:ext cx="1977080" cy="491319"/>
            <a:chOff x="6056752" y="4053385"/>
            <a:chExt cx="1977080" cy="491319"/>
          </a:xfrm>
          <a:solidFill>
            <a:schemeClr val="bg1"/>
          </a:solidFill>
        </p:grpSpPr>
        <p:sp>
          <p:nvSpPr>
            <p:cNvPr id="42" name="矩形: 圆角 41">
              <a:extLst>
                <a:ext uri="{FF2B5EF4-FFF2-40B4-BE49-F238E27FC236}">
                  <a16:creationId xmlns:a16="http://schemas.microsoft.com/office/drawing/2014/main" id="{1AA7D5E3-45AC-C9DE-2902-AA44DE45ACD1}"/>
                </a:ext>
              </a:extLst>
            </p:cNvPr>
            <p:cNvSpPr/>
            <p:nvPr/>
          </p:nvSpPr>
          <p:spPr>
            <a:xfrm>
              <a:off x="6096000" y="4053385"/>
              <a:ext cx="1864515" cy="491319"/>
            </a:xfrm>
            <a:prstGeom prst="round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文本框 42">
              <a:extLst>
                <a:ext uri="{FF2B5EF4-FFF2-40B4-BE49-F238E27FC236}">
                  <a16:creationId xmlns:a16="http://schemas.microsoft.com/office/drawing/2014/main" id="{292E0DF9-9599-0FF0-BECA-46D91486F52F}"/>
                </a:ext>
              </a:extLst>
            </p:cNvPr>
            <p:cNvSpPr txBox="1"/>
            <p:nvPr/>
          </p:nvSpPr>
          <p:spPr>
            <a:xfrm>
              <a:off x="6056752" y="4114378"/>
              <a:ext cx="1977080" cy="369332"/>
            </a:xfrm>
            <a:prstGeom prst="rect">
              <a:avLst/>
            </a:prstGeom>
            <a:grp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Short-lived Token 2</a:t>
              </a:r>
              <a:endParaRPr lang="zh-CN" altLang="en-US" dirty="0"/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9F452AD8-214C-26FD-9AFA-F8B090F91EC3}"/>
              </a:ext>
            </a:extLst>
          </p:cNvPr>
          <p:cNvGrpSpPr/>
          <p:nvPr/>
        </p:nvGrpSpPr>
        <p:grpSpPr>
          <a:xfrm>
            <a:off x="4365266" y="3665013"/>
            <a:ext cx="1528997" cy="1044054"/>
            <a:chOff x="3912433" y="4002374"/>
            <a:chExt cx="1528997" cy="1044054"/>
          </a:xfrm>
        </p:grpSpPr>
        <p:sp>
          <p:nvSpPr>
            <p:cNvPr id="44" name="椭圆 43">
              <a:extLst>
                <a:ext uri="{FF2B5EF4-FFF2-40B4-BE49-F238E27FC236}">
                  <a16:creationId xmlns:a16="http://schemas.microsoft.com/office/drawing/2014/main" id="{CA9C33EA-44FB-5C76-5BBD-599705C91B3F}"/>
                </a:ext>
              </a:extLst>
            </p:cNvPr>
            <p:cNvSpPr/>
            <p:nvPr/>
          </p:nvSpPr>
          <p:spPr>
            <a:xfrm>
              <a:off x="3912433" y="4002374"/>
              <a:ext cx="1528997" cy="104405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22D0ACC4-C9B6-2F22-EB49-FA8BD5A352B7}"/>
                </a:ext>
              </a:extLst>
            </p:cNvPr>
            <p:cNvSpPr txBox="1"/>
            <p:nvPr/>
          </p:nvSpPr>
          <p:spPr>
            <a:xfrm>
              <a:off x="4262105" y="4339735"/>
              <a:ext cx="82965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Hacker</a:t>
              </a:r>
              <a:endParaRPr lang="zh-CN" altLang="en-US" dirty="0"/>
            </a:p>
          </p:txBody>
        </p:sp>
      </p:grpSp>
      <p:cxnSp>
        <p:nvCxnSpPr>
          <p:cNvPr id="48" name="直接箭头连接符 47">
            <a:extLst>
              <a:ext uri="{FF2B5EF4-FFF2-40B4-BE49-F238E27FC236}">
                <a16:creationId xmlns:a16="http://schemas.microsoft.com/office/drawing/2014/main" id="{AD9D1320-6B46-AD88-65CC-4B730164E626}"/>
              </a:ext>
            </a:extLst>
          </p:cNvPr>
          <p:cNvCxnSpPr>
            <a:cxnSpLocks/>
            <a:stCxn id="35" idx="1"/>
            <a:endCxn id="44" idx="3"/>
          </p:cNvCxnSpPr>
          <p:nvPr/>
        </p:nvCxnSpPr>
        <p:spPr>
          <a:xfrm flipV="1">
            <a:off x="2316962" y="4556169"/>
            <a:ext cx="2272220" cy="5264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乘号 50">
            <a:extLst>
              <a:ext uri="{FF2B5EF4-FFF2-40B4-BE49-F238E27FC236}">
                <a16:creationId xmlns:a16="http://schemas.microsoft.com/office/drawing/2014/main" id="{F760D634-4528-A20E-CE68-830910DDCDEA}"/>
              </a:ext>
            </a:extLst>
          </p:cNvPr>
          <p:cNvSpPr/>
          <p:nvPr/>
        </p:nvSpPr>
        <p:spPr>
          <a:xfrm>
            <a:off x="1968186" y="5484364"/>
            <a:ext cx="459021" cy="495214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2" name="乘号 51">
            <a:extLst>
              <a:ext uri="{FF2B5EF4-FFF2-40B4-BE49-F238E27FC236}">
                <a16:creationId xmlns:a16="http://schemas.microsoft.com/office/drawing/2014/main" id="{CD780617-4091-607D-7D30-7043B93CD986}"/>
              </a:ext>
            </a:extLst>
          </p:cNvPr>
          <p:cNvSpPr/>
          <p:nvPr/>
        </p:nvSpPr>
        <p:spPr>
          <a:xfrm>
            <a:off x="8724511" y="5658279"/>
            <a:ext cx="459021" cy="495214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3" name="乘号 52">
            <a:extLst>
              <a:ext uri="{FF2B5EF4-FFF2-40B4-BE49-F238E27FC236}">
                <a16:creationId xmlns:a16="http://schemas.microsoft.com/office/drawing/2014/main" id="{5D5C8BE9-32D7-E883-93E2-FA2878A2CB19}"/>
              </a:ext>
            </a:extLst>
          </p:cNvPr>
          <p:cNvSpPr/>
          <p:nvPr/>
        </p:nvSpPr>
        <p:spPr>
          <a:xfrm>
            <a:off x="8707476" y="4775222"/>
            <a:ext cx="459021" cy="495214"/>
          </a:xfrm>
          <a:prstGeom prst="mathMultiply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418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4.81481E-6 L -0.5573 -0.02524 " pathEditMode="relative" rAng="0" ptsTypes="AA">
                                      <p:cBhvr>
                                        <p:cTn id="30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65" y="-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3.33333E-6 L -0.55729 -0.02523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7865" y="-127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animBg="1"/>
      <p:bldP spid="35" grpId="0" animBg="1"/>
      <p:bldP spid="51" grpId="0" animBg="1"/>
      <p:bldP spid="52" grpId="0" animBg="1"/>
      <p:bldP spid="5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5080DE01-3075-415D-560B-CA3D6E03F9B9}"/>
              </a:ext>
            </a:extLst>
          </p:cNvPr>
          <p:cNvSpPr txBox="1"/>
          <p:nvPr/>
        </p:nvSpPr>
        <p:spPr>
          <a:xfrm>
            <a:off x="170597" y="177420"/>
            <a:ext cx="7840929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3200" dirty="0"/>
              <a:t>3</a:t>
            </a:r>
            <a:r>
              <a:rPr lang="en-US" altLang="zh-CN" sz="3200" baseline="30000" dirty="0"/>
              <a:t>rd</a:t>
            </a:r>
            <a:r>
              <a:rPr lang="en-US" altLang="zh-CN" sz="3200" dirty="0"/>
              <a:t> API --- OneMap API </a:t>
            </a:r>
            <a:r>
              <a:rPr lang="en-SG" altLang="zh-CN" sz="3200" dirty="0"/>
              <a:t>(</a:t>
            </a:r>
            <a:r>
              <a:rPr lang="zh-CN" altLang="zh-CN" sz="3200" dirty="0">
                <a:hlinkClick r:id="rId2"/>
              </a:rPr>
              <a:t>www.onemap.gov.sg</a:t>
            </a:r>
            <a:r>
              <a:rPr lang="en-SG" altLang="zh-CN" sz="3200" dirty="0"/>
              <a:t>)</a:t>
            </a:r>
            <a:endParaRPr lang="en-US" altLang="zh-CN" sz="3200" dirty="0"/>
          </a:p>
          <a:p>
            <a:r>
              <a:rPr lang="en-US" altLang="zh-CN" sz="3200" b="1" dirty="0"/>
              <a:t>We </a:t>
            </a:r>
            <a:r>
              <a:rPr lang="en-SG" altLang="zh-CN" sz="3200" b="1" dirty="0"/>
              <a:t>use this to implement Map Service</a:t>
            </a:r>
            <a:endParaRPr lang="zh-CN" altLang="en-US" sz="3200" b="1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AAF082-AC04-FD78-7690-CE02416789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3106" y="1423123"/>
            <a:ext cx="5018420" cy="5077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0036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47472"/>
            <a:ext cx="1051560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700" b="1" i="0">
                <a:solidFill>
                  <a:srgbClr val="1F2937"/>
                </a:solidFill>
                <a:latin typeface="Calibri"/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1024128"/>
            <a:ext cx="1280160" cy="45720"/>
          </a:xfrm>
          <a:prstGeom prst="rect">
            <a:avLst/>
          </a:prstGeom>
          <a:solidFill>
            <a:srgbClr val="E859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6473952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FoodMind · Team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4712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472"/>
                </a:solidFill>
                <a:latin typeface="Calibri"/>
              </a:rPr>
              <a:t>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25880"/>
          <a:ext cx="11155680" cy="384048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5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marT="38100" marB="38100">
                    <a:solidFill>
                      <a:srgbClr val="E8590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Implemented technologies</a:t>
                      </a:r>
                    </a:p>
                  </a:txBody>
                  <a:tcPr marT="38100" marB="38100">
                    <a:solidFill>
                      <a:srgbClr val="E8590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Clients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Android (Kotlin/Compose) and Web (React/TypeScript)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Common backend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Spring Boot, JWT, PostgreSQL, Flyway, OpenAPI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Agentic AI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Five LangGraph agents (recommendation, cooking, chatbot)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Machine learning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UserCF + ItemCF + Logistic Regression (hybrid)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Data &amp; search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PostgreSQL full-text/trigram, permission-scoped</a:t>
                      </a:r>
                    </a:p>
                  </a:txBody>
                  <a:tcPr marT="25400" marB="2540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DevSecOps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1F2937"/>
                          </a:solidFill>
                          <a:latin typeface="Calibri"/>
                        </a:rPr>
                        <a:t>GitHub Actions CI/CD, Trivy, secret/dependency scans</a:t>
                      </a:r>
                    </a:p>
                  </a:txBody>
                  <a:tcPr marT="25400" marB="25400"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C44607"/>
                </a:solidFill>
                <a:latin typeface="Calibri"/>
              </a:rPr>
              <a:t>Thank you — questions welcome.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E31F69841E3B37B6BE636E6A4452A5835AFC73761EDEC7E2D588D5B005FE9470" val="[{&quot;GradientColorId&quot;:&quot;&quot;,&quot;IsFree&quot;:true,&quot;IsGradient&quot;:false,&quot;ImagePath&quot;:&quot;&quot;,&quot;GradientColor&quot;:null,&quot;SimpleColor&quot;:&quot;#FF0000&quot;},{&quot;GradientColorId&quot;:&quot;&quot;,&quot;IsFree&quot;:true,&quot;IsGradient&quot;:false,&quot;ImagePath&quot;:&quot;&quot;,&quot;GradientColor&quot;:null,&quot;SimpleColor&quot;:&quot;#FFFFFF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614</TotalTime>
  <Words>984</Words>
  <Application>Microsoft Office PowerPoint</Application>
  <PresentationFormat>宽屏</PresentationFormat>
  <Paragraphs>169</Paragraphs>
  <Slides>15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等线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Chen Terrence Yaqi</cp:lastModifiedBy>
  <cp:revision>3</cp:revision>
  <dcterms:created xsi:type="dcterms:W3CDTF">2013-01-27T09:14:16Z</dcterms:created>
  <dcterms:modified xsi:type="dcterms:W3CDTF">2026-08-17T14:19:48Z</dcterms:modified>
  <cp:category/>
</cp:coreProperties>
</file>