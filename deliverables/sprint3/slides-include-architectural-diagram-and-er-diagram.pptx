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305" r:id="rId3"/>
    <p:sldId id="306" r:id="rId4"/>
    <p:sldId id="273" r:id="rId5"/>
    <p:sldId id="263" r:id="rId6"/>
    <p:sldId id="301" r:id="rId7"/>
    <p:sldId id="302" r:id="rId8"/>
    <p:sldId id="303" r:id="rId9"/>
    <p:sldId id="278" r:id="rId10"/>
    <p:sldId id="275" r:id="rId11"/>
    <p:sldId id="266" r:id="rId12"/>
    <p:sldId id="279" r:id="rId13"/>
    <p:sldId id="274" r:id="rId14"/>
    <p:sldId id="281" r:id="rId15"/>
    <p:sldId id="291" r:id="rId16"/>
    <p:sldId id="292" r:id="rId17"/>
    <p:sldId id="295" r:id="rId18"/>
  </p:sldIdLst>
  <p:sldSz cx="12192000" cy="6858000"/>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321" y="4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Terrence Yaqi" userId="fd0f25ab-de92-4d97-a7d9-a0180993481a" providerId="ADAL" clId="{D7ABF46B-58F9-5DFC-B5BE-4143A237EFDE}"/>
    <pc:docChg chg="custSel delSld modSld">
      <pc:chgData name="Chen Terrence Yaqi" userId="fd0f25ab-de92-4d97-a7d9-a0180993481a" providerId="ADAL" clId="{D7ABF46B-58F9-5DFC-B5BE-4143A237EFDE}" dt="2026-08-17T13:16:54.882" v="43" actId="20577"/>
      <pc:docMkLst>
        <pc:docMk/>
      </pc:docMkLst>
      <pc:sldChg chg="modSp mod">
        <pc:chgData name="Chen Terrence Yaqi" userId="fd0f25ab-de92-4d97-a7d9-a0180993481a" providerId="ADAL" clId="{D7ABF46B-58F9-5DFC-B5BE-4143A237EFDE}" dt="2026-08-17T13:16:54.882" v="43" actId="20577"/>
        <pc:sldMkLst>
          <pc:docMk/>
          <pc:sldMk cId="0" sldId="256"/>
        </pc:sldMkLst>
        <pc:spChg chg="mod">
          <ac:chgData name="Chen Terrence Yaqi" userId="fd0f25ab-de92-4d97-a7d9-a0180993481a" providerId="ADAL" clId="{D7ABF46B-58F9-5DFC-B5BE-4143A237EFDE}" dt="2026-08-17T13:16:54.882" v="43" actId="20577"/>
          <ac:spMkLst>
            <pc:docMk/>
            <pc:sldMk cId="0" sldId="256"/>
            <ac:spMk id="4" creationId="{00000000-0000-0000-0000-000000000000}"/>
          </ac:spMkLst>
        </pc:spChg>
      </pc:sldChg>
    </pc:docChg>
  </pc:docChgLst>
  <pc:docChgLst>
    <pc:chgData name="Chen Terrence Yaqi" userId="fd0f25ab-de92-4d97-a7d9-a0180993481a" providerId="ADAL" clId="{F709EA44-118B-4F41-90C6-B7ED3FF3B9C0}"/>
    <pc:docChg chg="undo custSel addSld delSld modSld sldOrd">
      <pc:chgData name="Chen Terrence Yaqi" userId="fd0f25ab-de92-4d97-a7d9-a0180993481a" providerId="ADAL" clId="{F709EA44-118B-4F41-90C6-B7ED3FF3B9C0}" dt="2026-08-21T07:49:14.532" v="2595" actId="47"/>
      <pc:docMkLst>
        <pc:docMk/>
      </pc:docMkLst>
      <pc:sldChg chg="addSp delSp modSp mod">
        <pc:chgData name="Chen Terrence Yaqi" userId="fd0f25ab-de92-4d97-a7d9-a0180993481a" providerId="ADAL" clId="{F709EA44-118B-4F41-90C6-B7ED3FF3B9C0}" dt="2026-08-21T07:49:09.235" v="2594" actId="20577"/>
        <pc:sldMkLst>
          <pc:docMk/>
          <pc:sldMk cId="0" sldId="256"/>
        </pc:sldMkLst>
        <pc:spChg chg="mod">
          <ac:chgData name="Chen Terrence Yaqi" userId="fd0f25ab-de92-4d97-a7d9-a0180993481a" providerId="ADAL" clId="{F709EA44-118B-4F41-90C6-B7ED3FF3B9C0}" dt="2026-08-21T07:49:09.235" v="2594" actId="20577"/>
          <ac:spMkLst>
            <pc:docMk/>
            <pc:sldMk cId="0" sldId="256"/>
            <ac:spMk id="4"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7"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8"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9"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10"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11"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12" creationId="{00000000-0000-0000-0000-000000000000}"/>
          </ac:spMkLst>
        </pc:spChg>
        <pc:spChg chg="add del">
          <ac:chgData name="Chen Terrence Yaqi" userId="fd0f25ab-de92-4d97-a7d9-a0180993481a" providerId="ADAL" clId="{F709EA44-118B-4F41-90C6-B7ED3FF3B9C0}" dt="2026-08-19T11:10:16.879" v="2234" actId="21"/>
          <ac:spMkLst>
            <pc:docMk/>
            <pc:sldMk cId="0" sldId="256"/>
            <ac:spMk id="13" creationId="{00000000-0000-0000-0000-000000000000}"/>
          </ac:spMkLst>
        </pc:spChg>
      </pc:sldChg>
      <pc:sldChg chg="addSp delSp modSp del mod ord">
        <pc:chgData name="Chen Terrence Yaqi" userId="fd0f25ab-de92-4d97-a7d9-a0180993481a" providerId="ADAL" clId="{F709EA44-118B-4F41-90C6-B7ED3FF3B9C0}" dt="2026-08-21T07:48:28.158" v="2583" actId="47"/>
        <pc:sldMkLst>
          <pc:docMk/>
          <pc:sldMk cId="0" sldId="262"/>
        </pc:sldMkLst>
      </pc:sldChg>
      <pc:sldChg chg="addSp delSp modSp add del mod ord">
        <pc:chgData name="Chen Terrence Yaqi" userId="fd0f25ab-de92-4d97-a7d9-a0180993481a" providerId="ADAL" clId="{F709EA44-118B-4F41-90C6-B7ED3FF3B9C0}" dt="2026-08-19T11:06:17.944" v="2145" actId="47"/>
        <pc:sldMkLst>
          <pc:docMk/>
          <pc:sldMk cId="0" sldId="263"/>
        </pc:sldMkLst>
        <pc:spChg chg="mod">
          <ac:chgData name="Chen Terrence Yaqi" userId="fd0f25ab-de92-4d97-a7d9-a0180993481a" providerId="ADAL" clId="{F709EA44-118B-4F41-90C6-B7ED3FF3B9C0}" dt="2026-08-16T16:52:18.006" v="108"/>
          <ac:spMkLst>
            <pc:docMk/>
            <pc:sldMk cId="0" sldId="263"/>
            <ac:spMk id="2" creationId="{00000000-0000-0000-0000-000000000000}"/>
          </ac:spMkLst>
        </pc:spChg>
        <pc:spChg chg="mod">
          <ac:chgData name="Chen Terrence Yaqi" userId="fd0f25ab-de92-4d97-a7d9-a0180993481a" providerId="ADAL" clId="{F709EA44-118B-4F41-90C6-B7ED3FF3B9C0}" dt="2026-08-17T13:59:01.651" v="2109"/>
          <ac:spMkLst>
            <pc:docMk/>
            <pc:sldMk cId="0" sldId="263"/>
            <ac:spMk id="4" creationId="{00000000-0000-0000-0000-000000000000}"/>
          </ac:spMkLst>
        </pc:spChg>
        <pc:picChg chg="add mod">
          <ac:chgData name="Chen Terrence Yaqi" userId="fd0f25ab-de92-4d97-a7d9-a0180993481a" providerId="ADAL" clId="{F709EA44-118B-4F41-90C6-B7ED3FF3B9C0}" dt="2026-08-17T13:59:13.508" v="2113" actId="1076"/>
          <ac:picMkLst>
            <pc:docMk/>
            <pc:sldMk cId="0" sldId="263"/>
            <ac:picMk id="9" creationId="{EDDE30D0-4388-B011-DE94-8B34FB295764}"/>
          </ac:picMkLst>
        </pc:picChg>
      </pc:sldChg>
      <pc:sldChg chg="delSp modSp mod ord">
        <pc:chgData name="Chen Terrence Yaqi" userId="fd0f25ab-de92-4d97-a7d9-a0180993481a" providerId="ADAL" clId="{F709EA44-118B-4F41-90C6-B7ED3FF3B9C0}" dt="2026-08-19T11:31:06.508" v="2553" actId="21"/>
        <pc:sldMkLst>
          <pc:docMk/>
          <pc:sldMk cId="0" sldId="273"/>
        </pc:sldMkLst>
        <pc:graphicFrameChg chg="mod modGraphic">
          <ac:chgData name="Chen Terrence Yaqi" userId="fd0f25ab-de92-4d97-a7d9-a0180993481a" providerId="ADAL" clId="{F709EA44-118B-4F41-90C6-B7ED3FF3B9C0}" dt="2026-08-19T11:23:18.123" v="2547" actId="1076"/>
          <ac:graphicFrameMkLst>
            <pc:docMk/>
            <pc:sldMk cId="0" sldId="273"/>
            <ac:graphicFrameMk id="8" creationId="{00000000-0000-0000-0000-000000000000}"/>
          </ac:graphicFrameMkLst>
        </pc:graphicFrameChg>
      </pc:sldChg>
      <pc:sldChg chg="modSp mod">
        <pc:chgData name="Chen Terrence Yaqi" userId="fd0f25ab-de92-4d97-a7d9-a0180993481a" providerId="ADAL" clId="{F709EA44-118B-4F41-90C6-B7ED3FF3B9C0}" dt="2026-08-17T10:11:08.679" v="1128" actId="20577"/>
        <pc:sldMkLst>
          <pc:docMk/>
          <pc:sldMk cId="584264589" sldId="274"/>
        </pc:sldMkLst>
        <pc:spChg chg="mod">
          <ac:chgData name="Chen Terrence Yaqi" userId="fd0f25ab-de92-4d97-a7d9-a0180993481a" providerId="ADAL" clId="{F709EA44-118B-4F41-90C6-B7ED3FF3B9C0}" dt="2026-08-16T17:32:44.751" v="375" actId="20577"/>
          <ac:spMkLst>
            <pc:docMk/>
            <pc:sldMk cId="584264589" sldId="274"/>
            <ac:spMk id="2" creationId="{4ED1C83C-7EF4-4EF0-8AC1-E96BD87B962A}"/>
          </ac:spMkLst>
        </pc:spChg>
        <pc:spChg chg="mod">
          <ac:chgData name="Chen Terrence Yaqi" userId="fd0f25ab-de92-4d97-a7d9-a0180993481a" providerId="ADAL" clId="{F709EA44-118B-4F41-90C6-B7ED3FF3B9C0}" dt="2026-08-16T17:41:28.374" v="523" actId="1076"/>
          <ac:spMkLst>
            <pc:docMk/>
            <pc:sldMk cId="584264589" sldId="274"/>
            <ac:spMk id="8" creationId="{ECDF3DD6-B010-49CC-BF4F-F385485C684B}"/>
          </ac:spMkLst>
        </pc:spChg>
        <pc:spChg chg="mod">
          <ac:chgData name="Chen Terrence Yaqi" userId="fd0f25ab-de92-4d97-a7d9-a0180993481a" providerId="ADAL" clId="{F709EA44-118B-4F41-90C6-B7ED3FF3B9C0}" dt="2026-08-16T17:44:24.152" v="531" actId="1076"/>
          <ac:spMkLst>
            <pc:docMk/>
            <pc:sldMk cId="584264589" sldId="274"/>
            <ac:spMk id="9" creationId="{787C9841-FF88-4D4E-AA6C-8A193C4723D4}"/>
          </ac:spMkLst>
        </pc:spChg>
        <pc:spChg chg="mod">
          <ac:chgData name="Chen Terrence Yaqi" userId="fd0f25ab-de92-4d97-a7d9-a0180993481a" providerId="ADAL" clId="{F709EA44-118B-4F41-90C6-B7ED3FF3B9C0}" dt="2026-08-17T10:11:01.902" v="1127" actId="108"/>
          <ac:spMkLst>
            <pc:docMk/>
            <pc:sldMk cId="584264589" sldId="274"/>
            <ac:spMk id="14" creationId="{CFA48AD0-07F9-423D-9CDB-C34041D9C641}"/>
          </ac:spMkLst>
        </pc:spChg>
        <pc:spChg chg="mod">
          <ac:chgData name="Chen Terrence Yaqi" userId="fd0f25ab-de92-4d97-a7d9-a0180993481a" providerId="ADAL" clId="{F709EA44-118B-4F41-90C6-B7ED3FF3B9C0}" dt="2026-08-16T17:40:52.048" v="511" actId="1076"/>
          <ac:spMkLst>
            <pc:docMk/>
            <pc:sldMk cId="584264589" sldId="274"/>
            <ac:spMk id="15" creationId="{9645B9F1-427D-473B-89A2-6C755197386B}"/>
          </ac:spMkLst>
        </pc:spChg>
        <pc:spChg chg="mod">
          <ac:chgData name="Chen Terrence Yaqi" userId="fd0f25ab-de92-4d97-a7d9-a0180993481a" providerId="ADAL" clId="{F709EA44-118B-4F41-90C6-B7ED3FF3B9C0}" dt="2026-08-17T10:11:08.679" v="1128" actId="20577"/>
          <ac:spMkLst>
            <pc:docMk/>
            <pc:sldMk cId="584264589" sldId="274"/>
            <ac:spMk id="19" creationId="{8CB6E57B-BBC5-4764-8E29-F4C92174A8F9}"/>
          </ac:spMkLst>
        </pc:spChg>
        <pc:spChg chg="mod">
          <ac:chgData name="Chen Terrence Yaqi" userId="fd0f25ab-de92-4d97-a7d9-a0180993481a" providerId="ADAL" clId="{F709EA44-118B-4F41-90C6-B7ED3FF3B9C0}" dt="2026-08-16T17:38:22.347" v="462" actId="20577"/>
          <ac:spMkLst>
            <pc:docMk/>
            <pc:sldMk cId="584264589" sldId="274"/>
            <ac:spMk id="20" creationId="{647C0D22-9731-46D7-9108-06E9A3AE4CF5}"/>
          </ac:spMkLst>
        </pc:spChg>
        <pc:spChg chg="mod">
          <ac:chgData name="Chen Terrence Yaqi" userId="fd0f25ab-de92-4d97-a7d9-a0180993481a" providerId="ADAL" clId="{F709EA44-118B-4F41-90C6-B7ED3FF3B9C0}" dt="2026-08-16T17:40:31.551" v="507" actId="1076"/>
          <ac:spMkLst>
            <pc:docMk/>
            <pc:sldMk cId="584264589" sldId="274"/>
            <ac:spMk id="21" creationId="{72A8EB44-5E42-421D-B89D-6823AA8C8A25}"/>
          </ac:spMkLst>
        </pc:spChg>
        <pc:spChg chg="mod">
          <ac:chgData name="Chen Terrence Yaqi" userId="fd0f25ab-de92-4d97-a7d9-a0180993481a" providerId="ADAL" clId="{F709EA44-118B-4F41-90C6-B7ED3FF3B9C0}" dt="2026-08-16T17:43:12.617" v="528"/>
          <ac:spMkLst>
            <pc:docMk/>
            <pc:sldMk cId="584264589" sldId="274"/>
            <ac:spMk id="22" creationId="{961C28F3-AD1E-4910-AAE4-66563CF2BBC2}"/>
          </ac:spMkLst>
        </pc:spChg>
      </pc:sldChg>
      <pc:sldChg chg="addSp modSp mod">
        <pc:chgData name="Chen Terrence Yaqi" userId="fd0f25ab-de92-4d97-a7d9-a0180993481a" providerId="ADAL" clId="{F709EA44-118B-4F41-90C6-B7ED3FF3B9C0}" dt="2026-08-17T11:46:32.254" v="1319" actId="1076"/>
        <pc:sldMkLst>
          <pc:docMk/>
          <pc:sldMk cId="1393030118" sldId="275"/>
        </pc:sldMkLst>
        <pc:spChg chg="mod">
          <ac:chgData name="Chen Terrence Yaqi" userId="fd0f25ab-de92-4d97-a7d9-a0180993481a" providerId="ADAL" clId="{F709EA44-118B-4F41-90C6-B7ED3FF3B9C0}" dt="2026-08-17T11:41:58.731" v="1279"/>
          <ac:spMkLst>
            <pc:docMk/>
            <pc:sldMk cId="1393030118" sldId="275"/>
            <ac:spMk id="7" creationId="{D3194691-C257-434B-BE46-B9BA9B7E2D8B}"/>
          </ac:spMkLst>
        </pc:spChg>
        <pc:spChg chg="mod">
          <ac:chgData name="Chen Terrence Yaqi" userId="fd0f25ab-de92-4d97-a7d9-a0180993481a" providerId="ADAL" clId="{F709EA44-118B-4F41-90C6-B7ED3FF3B9C0}" dt="2026-08-17T11:46:32.254" v="1319" actId="1076"/>
          <ac:spMkLst>
            <pc:docMk/>
            <pc:sldMk cId="1393030118" sldId="275"/>
            <ac:spMk id="9" creationId="{05163E14-23F6-464C-8A79-C281D2026393}"/>
          </ac:spMkLst>
        </pc:spChg>
        <pc:spChg chg="mod">
          <ac:chgData name="Chen Terrence Yaqi" userId="fd0f25ab-de92-4d97-a7d9-a0180993481a" providerId="ADAL" clId="{F709EA44-118B-4F41-90C6-B7ED3FF3B9C0}" dt="2026-08-17T11:42:36.372" v="1286" actId="1076"/>
          <ac:spMkLst>
            <pc:docMk/>
            <pc:sldMk cId="1393030118" sldId="275"/>
            <ac:spMk id="12" creationId="{E7C116C2-9859-4E90-B40D-2174FCE2D00C}"/>
          </ac:spMkLst>
        </pc:spChg>
        <pc:spChg chg="mod">
          <ac:chgData name="Chen Terrence Yaqi" userId="fd0f25ab-de92-4d97-a7d9-a0180993481a" providerId="ADAL" clId="{F709EA44-118B-4F41-90C6-B7ED3FF3B9C0}" dt="2026-08-17T11:42:28.563" v="1283" actId="1076"/>
          <ac:spMkLst>
            <pc:docMk/>
            <pc:sldMk cId="1393030118" sldId="275"/>
            <ac:spMk id="15" creationId="{CAE61713-32F9-46F0-9472-F464AC6AB9E6}"/>
          </ac:spMkLst>
        </pc:spChg>
        <pc:spChg chg="mod ord">
          <ac:chgData name="Chen Terrence Yaqi" userId="fd0f25ab-de92-4d97-a7d9-a0180993481a" providerId="ADAL" clId="{F709EA44-118B-4F41-90C6-B7ED3FF3B9C0}" dt="2026-08-17T09:16:16.118" v="798" actId="1076"/>
          <ac:spMkLst>
            <pc:docMk/>
            <pc:sldMk cId="1393030118" sldId="275"/>
            <ac:spMk id="18" creationId="{D50061F2-86E4-468B-9AF4-2CFE1E2DBD3C}"/>
          </ac:spMkLst>
        </pc:spChg>
        <pc:spChg chg="mod">
          <ac:chgData name="Chen Terrence Yaqi" userId="fd0f25ab-de92-4d97-a7d9-a0180993481a" providerId="ADAL" clId="{F709EA44-118B-4F41-90C6-B7ED3FF3B9C0}" dt="2026-08-17T11:45:26.760" v="1292" actId="1076"/>
          <ac:spMkLst>
            <pc:docMk/>
            <pc:sldMk cId="1393030118" sldId="275"/>
            <ac:spMk id="19" creationId="{1F66D045-9E70-48B7-B0A4-F9D888A4BB59}"/>
          </ac:spMkLst>
        </pc:spChg>
        <pc:spChg chg="mod">
          <ac:chgData name="Chen Terrence Yaqi" userId="fd0f25ab-de92-4d97-a7d9-a0180993481a" providerId="ADAL" clId="{F709EA44-118B-4F41-90C6-B7ED3FF3B9C0}" dt="2026-08-17T11:45:44.236" v="1297" actId="1076"/>
          <ac:spMkLst>
            <pc:docMk/>
            <pc:sldMk cId="1393030118" sldId="275"/>
            <ac:spMk id="20" creationId="{7DE022AF-2FF8-44A6-BB8F-EC2DA9D17A28}"/>
          </ac:spMkLst>
        </pc:spChg>
        <pc:spChg chg="mod">
          <ac:chgData name="Chen Terrence Yaqi" userId="fd0f25ab-de92-4d97-a7d9-a0180993481a" providerId="ADAL" clId="{F709EA44-118B-4F41-90C6-B7ED3FF3B9C0}" dt="2026-08-17T09:16:33.354" v="799" actId="1076"/>
          <ac:spMkLst>
            <pc:docMk/>
            <pc:sldMk cId="1393030118" sldId="275"/>
            <ac:spMk id="23" creationId="{FF9AD598-DE59-4A7A-B349-03A9D8969546}"/>
          </ac:spMkLst>
        </pc:spChg>
        <pc:spChg chg="mod">
          <ac:chgData name="Chen Terrence Yaqi" userId="fd0f25ab-de92-4d97-a7d9-a0180993481a" providerId="ADAL" clId="{F709EA44-118B-4F41-90C6-B7ED3FF3B9C0}" dt="2026-08-16T17:23:56.756" v="238" actId="20577"/>
          <ac:spMkLst>
            <pc:docMk/>
            <pc:sldMk cId="1393030118" sldId="275"/>
            <ac:spMk id="24" creationId="{59F18F94-AA8C-4FAD-BD46-29DE2EB908B1}"/>
          </ac:spMkLst>
        </pc:spChg>
        <pc:spChg chg="add mod">
          <ac:chgData name="Chen Terrence Yaqi" userId="fd0f25ab-de92-4d97-a7d9-a0180993481a" providerId="ADAL" clId="{F709EA44-118B-4F41-90C6-B7ED3FF3B9C0}" dt="2026-08-17T11:46:24.593" v="1317" actId="20577"/>
          <ac:spMkLst>
            <pc:docMk/>
            <pc:sldMk cId="1393030118" sldId="275"/>
            <ac:spMk id="37" creationId="{CF00978C-3354-176A-8A94-30F5118BBB03}"/>
          </ac:spMkLst>
        </pc:spChg>
        <pc:cxnChg chg="add mod">
          <ac:chgData name="Chen Terrence Yaqi" userId="fd0f25ab-de92-4d97-a7d9-a0180993481a" providerId="ADAL" clId="{F709EA44-118B-4F41-90C6-B7ED3FF3B9C0}" dt="2026-08-17T11:42:13.406" v="1282" actId="14100"/>
          <ac:cxnSpMkLst>
            <pc:docMk/>
            <pc:sldMk cId="1393030118" sldId="275"/>
            <ac:cxnSpMk id="25" creationId="{F1CDD3B4-1AA4-63E4-B4F7-4B380946D6E4}"/>
          </ac:cxnSpMkLst>
        </pc:cxnChg>
        <pc:cxnChg chg="add mod">
          <ac:chgData name="Chen Terrence Yaqi" userId="fd0f25ab-de92-4d97-a7d9-a0180993481a" providerId="ADAL" clId="{F709EA44-118B-4F41-90C6-B7ED3FF3B9C0}" dt="2026-08-17T11:45:49.739" v="1299" actId="1076"/>
          <ac:cxnSpMkLst>
            <pc:docMk/>
            <pc:sldMk cId="1393030118" sldId="275"/>
            <ac:cxnSpMk id="39" creationId="{9190D6FB-8DD2-D058-9ADD-666207B25756}"/>
          </ac:cxnSpMkLst>
        </pc:cxnChg>
        <pc:cxnChg chg="mod">
          <ac:chgData name="Chen Terrence Yaqi" userId="fd0f25ab-de92-4d97-a7d9-a0180993481a" providerId="ADAL" clId="{F709EA44-118B-4F41-90C6-B7ED3FF3B9C0}" dt="2026-08-17T11:46:32.254" v="1319" actId="1076"/>
          <ac:cxnSpMkLst>
            <pc:docMk/>
            <pc:sldMk cId="1393030118" sldId="275"/>
            <ac:cxnSpMk id="89" creationId="{00000000-0000-0000-0000-000000000000}"/>
          </ac:cxnSpMkLst>
        </pc:cxnChg>
        <pc:cxnChg chg="mod">
          <ac:chgData name="Chen Terrence Yaqi" userId="fd0f25ab-de92-4d97-a7d9-a0180993481a" providerId="ADAL" clId="{F709EA44-118B-4F41-90C6-B7ED3FF3B9C0}" dt="2026-08-17T11:45:44.236" v="1297" actId="1076"/>
          <ac:cxnSpMkLst>
            <pc:docMk/>
            <pc:sldMk cId="1393030118" sldId="275"/>
            <ac:cxnSpMk id="90" creationId="{00000000-0000-0000-0000-000000000000}"/>
          </ac:cxnSpMkLst>
        </pc:cxnChg>
      </pc:sldChg>
      <pc:sldChg chg="addSp modSp new del mod">
        <pc:chgData name="Chen Terrence Yaqi" userId="fd0f25ab-de92-4d97-a7d9-a0180993481a" providerId="ADAL" clId="{F709EA44-118B-4F41-90C6-B7ED3FF3B9C0}" dt="2026-08-21T07:49:14.532" v="2595" actId="47"/>
        <pc:sldMkLst>
          <pc:docMk/>
          <pc:sldMk cId="1963584757" sldId="283"/>
        </pc:sldMkLst>
        <pc:spChg chg="add mod">
          <ac:chgData name="Chen Terrence Yaqi" userId="fd0f25ab-de92-4d97-a7d9-a0180993481a" providerId="ADAL" clId="{F709EA44-118B-4F41-90C6-B7ED3FF3B9C0}" dt="2026-08-16T17:31:39.215" v="345"/>
          <ac:spMkLst>
            <pc:docMk/>
            <pc:sldMk cId="1963584757" sldId="283"/>
            <ac:spMk id="10" creationId="{22CF4072-BFF6-62CB-46E8-AE8D40CF9FBA}"/>
          </ac:spMkLst>
        </pc:spChg>
        <pc:spChg chg="add mod">
          <ac:chgData name="Chen Terrence Yaqi" userId="fd0f25ab-de92-4d97-a7d9-a0180993481a" providerId="ADAL" clId="{F709EA44-118B-4F41-90C6-B7ED3FF3B9C0}" dt="2026-08-16T17:31:19.651" v="341" actId="1076"/>
          <ac:spMkLst>
            <pc:docMk/>
            <pc:sldMk cId="1963584757" sldId="283"/>
            <ac:spMk id="11" creationId="{A587EC6A-F38C-4EAE-973A-094C3B5F01D7}"/>
          </ac:spMkLst>
        </pc:spChg>
        <pc:spChg chg="add mod">
          <ac:chgData name="Chen Terrence Yaqi" userId="fd0f25ab-de92-4d97-a7d9-a0180993481a" providerId="ADAL" clId="{F709EA44-118B-4F41-90C6-B7ED3FF3B9C0}" dt="2026-08-16T17:31:09.557" v="338" actId="13926"/>
          <ac:spMkLst>
            <pc:docMk/>
            <pc:sldMk cId="1963584757" sldId="283"/>
            <ac:spMk id="12" creationId="{2D0A5606-855E-FB95-1182-C18F19C57373}"/>
          </ac:spMkLst>
        </pc:spChg>
        <pc:spChg chg="add mod">
          <ac:chgData name="Chen Terrence Yaqi" userId="fd0f25ab-de92-4d97-a7d9-a0180993481a" providerId="ADAL" clId="{F709EA44-118B-4F41-90C6-B7ED3FF3B9C0}" dt="2026-08-16T17:31:23.830" v="342" actId="108"/>
          <ac:spMkLst>
            <pc:docMk/>
            <pc:sldMk cId="1963584757" sldId="283"/>
            <ac:spMk id="13" creationId="{D24A9BDF-2F7B-4521-05D2-9F321E60E6E6}"/>
          </ac:spMkLst>
        </pc:spChg>
        <pc:picChg chg="add mod">
          <ac:chgData name="Chen Terrence Yaqi" userId="fd0f25ab-de92-4d97-a7d9-a0180993481a" providerId="ADAL" clId="{F709EA44-118B-4F41-90C6-B7ED3FF3B9C0}" dt="2026-08-16T17:27:46.243" v="261" actId="1076"/>
          <ac:picMkLst>
            <pc:docMk/>
            <pc:sldMk cId="1963584757" sldId="283"/>
            <ac:picMk id="3" creationId="{B3FD0CE4-6CF4-93C8-72C7-88BB75D5D68F}"/>
          </ac:picMkLst>
        </pc:picChg>
        <pc:picChg chg="add mod">
          <ac:chgData name="Chen Terrence Yaqi" userId="fd0f25ab-de92-4d97-a7d9-a0180993481a" providerId="ADAL" clId="{F709EA44-118B-4F41-90C6-B7ED3FF3B9C0}" dt="2026-08-16T17:27:43.955" v="260" actId="1076"/>
          <ac:picMkLst>
            <pc:docMk/>
            <pc:sldMk cId="1963584757" sldId="283"/>
            <ac:picMk id="5" creationId="{584B4AC3-67F2-FCCF-082D-1B6D8ECAD899}"/>
          </ac:picMkLst>
        </pc:picChg>
        <pc:picChg chg="add mod">
          <ac:chgData name="Chen Terrence Yaqi" userId="fd0f25ab-de92-4d97-a7d9-a0180993481a" providerId="ADAL" clId="{F709EA44-118B-4F41-90C6-B7ED3FF3B9C0}" dt="2026-08-16T17:29:16.859" v="278" actId="14100"/>
          <ac:picMkLst>
            <pc:docMk/>
            <pc:sldMk cId="1963584757" sldId="283"/>
            <ac:picMk id="7" creationId="{1CE525FA-B686-F2A1-FA9A-6F65D2A67FD9}"/>
          </ac:picMkLst>
        </pc:picChg>
        <pc:picChg chg="add mod modCrop">
          <ac:chgData name="Chen Terrence Yaqi" userId="fd0f25ab-de92-4d97-a7d9-a0180993481a" providerId="ADAL" clId="{F709EA44-118B-4F41-90C6-B7ED3FF3B9C0}" dt="2026-08-16T17:29:13.469" v="277" actId="1076"/>
          <ac:picMkLst>
            <pc:docMk/>
            <pc:sldMk cId="1963584757" sldId="283"/>
            <ac:picMk id="9" creationId="{CB43C48C-127B-4EB1-B736-B42959A3BB22}"/>
          </ac:picMkLst>
        </pc:picChg>
      </pc:sldChg>
      <pc:sldChg chg="addSp delSp modSp new del mod">
        <pc:chgData name="Chen Terrence Yaqi" userId="fd0f25ab-de92-4d97-a7d9-a0180993481a" providerId="ADAL" clId="{F709EA44-118B-4F41-90C6-B7ED3FF3B9C0}" dt="2026-08-21T07:48:38.441" v="2584" actId="47"/>
        <pc:sldMkLst>
          <pc:docMk/>
          <pc:sldMk cId="3278484042" sldId="284"/>
        </pc:sldMkLst>
        <pc:spChg chg="add mod">
          <ac:chgData name="Chen Terrence Yaqi" userId="fd0f25ab-de92-4d97-a7d9-a0180993481a" providerId="ADAL" clId="{F709EA44-118B-4F41-90C6-B7ED3FF3B9C0}" dt="2026-08-17T08:16:39.865" v="561" actId="1076"/>
          <ac:spMkLst>
            <pc:docMk/>
            <pc:sldMk cId="3278484042" sldId="284"/>
            <ac:spMk id="4" creationId="{2F2B3283-FE9D-6654-B40B-1851ADA34672}"/>
          </ac:spMkLst>
        </pc:spChg>
        <pc:spChg chg="add mod">
          <ac:chgData name="Chen Terrence Yaqi" userId="fd0f25ab-de92-4d97-a7d9-a0180993481a" providerId="ADAL" clId="{F709EA44-118B-4F41-90C6-B7ED3FF3B9C0}" dt="2026-08-17T08:16:52.038" v="565" actId="1076"/>
          <ac:spMkLst>
            <pc:docMk/>
            <pc:sldMk cId="3278484042" sldId="284"/>
            <ac:spMk id="5" creationId="{38086137-A118-656B-73F9-13005B57F0F2}"/>
          </ac:spMkLst>
        </pc:spChg>
        <pc:picChg chg="add del mod">
          <ac:chgData name="Chen Terrence Yaqi" userId="fd0f25ab-de92-4d97-a7d9-a0180993481a" providerId="ADAL" clId="{F709EA44-118B-4F41-90C6-B7ED3FF3B9C0}" dt="2026-08-17T10:07:28.615" v="1080" actId="21"/>
          <ac:picMkLst>
            <pc:docMk/>
            <pc:sldMk cId="3278484042" sldId="284"/>
            <ac:picMk id="3" creationId="{9AA91E35-CFE8-0358-5472-307F069620D3}"/>
          </ac:picMkLst>
        </pc:picChg>
      </pc:sldChg>
      <pc:sldChg chg="addSp delSp modSp new del mod">
        <pc:chgData name="Chen Terrence Yaqi" userId="fd0f25ab-de92-4d97-a7d9-a0180993481a" providerId="ADAL" clId="{F709EA44-118B-4F41-90C6-B7ED3FF3B9C0}" dt="2026-08-21T07:48:40.289" v="2585" actId="47"/>
        <pc:sldMkLst>
          <pc:docMk/>
          <pc:sldMk cId="2652705526" sldId="285"/>
        </pc:sldMkLst>
        <pc:spChg chg="add mod">
          <ac:chgData name="Chen Terrence Yaqi" userId="fd0f25ab-de92-4d97-a7d9-a0180993481a" providerId="ADAL" clId="{F709EA44-118B-4F41-90C6-B7ED3FF3B9C0}" dt="2026-08-17T09:19:51.342" v="814" actId="1076"/>
          <ac:spMkLst>
            <pc:docMk/>
            <pc:sldMk cId="2652705526" sldId="285"/>
            <ac:spMk id="5" creationId="{CCBCA4A5-907F-DEDA-5027-2A515238A73C}"/>
          </ac:spMkLst>
        </pc:spChg>
        <pc:picChg chg="add mod">
          <ac:chgData name="Chen Terrence Yaqi" userId="fd0f25ab-de92-4d97-a7d9-a0180993481a" providerId="ADAL" clId="{F709EA44-118B-4F41-90C6-B7ED3FF3B9C0}" dt="2026-08-17T09:19:41.517" v="808" actId="1076"/>
          <ac:picMkLst>
            <pc:docMk/>
            <pc:sldMk cId="2652705526" sldId="285"/>
            <ac:picMk id="3" creationId="{AFBAFA81-E26B-D10C-887B-91DCD6474CEC}"/>
          </ac:picMkLst>
        </pc:picChg>
      </pc:sldChg>
      <pc:sldChg chg="addSp delSp modSp add del mod">
        <pc:chgData name="Chen Terrence Yaqi" userId="fd0f25ab-de92-4d97-a7d9-a0180993481a" providerId="ADAL" clId="{F709EA44-118B-4F41-90C6-B7ED3FF3B9C0}" dt="2026-08-21T07:48:41.039" v="2586" actId="47"/>
        <pc:sldMkLst>
          <pc:docMk/>
          <pc:sldMk cId="916650517" sldId="286"/>
        </pc:sldMkLst>
        <pc:spChg chg="add mod">
          <ac:chgData name="Chen Terrence Yaqi" userId="fd0f25ab-de92-4d97-a7d9-a0180993481a" providerId="ADAL" clId="{F709EA44-118B-4F41-90C6-B7ED3FF3B9C0}" dt="2026-08-17T12:53:58.556" v="1899" actId="14100"/>
          <ac:spMkLst>
            <pc:docMk/>
            <pc:sldMk cId="916650517" sldId="286"/>
            <ac:spMk id="8" creationId="{CDFD4315-79D5-9BCE-B422-B37E3F98D6A0}"/>
          </ac:spMkLst>
        </pc:spChg>
        <pc:picChg chg="add mod">
          <ac:chgData name="Chen Terrence Yaqi" userId="fd0f25ab-de92-4d97-a7d9-a0180993481a" providerId="ADAL" clId="{F709EA44-118B-4F41-90C6-B7ED3FF3B9C0}" dt="2026-08-17T12:54:00.634" v="1900" actId="1076"/>
          <ac:picMkLst>
            <pc:docMk/>
            <pc:sldMk cId="916650517" sldId="286"/>
            <ac:picMk id="6" creationId="{5990BCD2-D774-E34C-17F9-052ADD14820D}"/>
          </ac:picMkLst>
        </pc:picChg>
      </pc:sldChg>
      <pc:sldChg chg="addSp delSp modSp new del mod">
        <pc:chgData name="Chen Terrence Yaqi" userId="fd0f25ab-de92-4d97-a7d9-a0180993481a" providerId="ADAL" clId="{F709EA44-118B-4F41-90C6-B7ED3FF3B9C0}" dt="2026-08-21T07:48:42.788" v="2587" actId="47"/>
        <pc:sldMkLst>
          <pc:docMk/>
          <pc:sldMk cId="2372713896" sldId="288"/>
        </pc:sldMkLst>
        <pc:spChg chg="add mod">
          <ac:chgData name="Chen Terrence Yaqi" userId="fd0f25ab-de92-4d97-a7d9-a0180993481a" providerId="ADAL" clId="{F709EA44-118B-4F41-90C6-B7ED3FF3B9C0}" dt="2026-08-17T10:08:33.165" v="1091" actId="1076"/>
          <ac:spMkLst>
            <pc:docMk/>
            <pc:sldMk cId="2372713896" sldId="288"/>
            <ac:spMk id="8" creationId="{9B35ED3F-4900-6D0C-5958-53AEFDBCE78B}"/>
          </ac:spMkLst>
        </pc:spChg>
        <pc:spChg chg="add mod">
          <ac:chgData name="Chen Terrence Yaqi" userId="fd0f25ab-de92-4d97-a7d9-a0180993481a" providerId="ADAL" clId="{F709EA44-118B-4F41-90C6-B7ED3FF3B9C0}" dt="2026-08-17T09:51:32.329" v="928" actId="403"/>
          <ac:spMkLst>
            <pc:docMk/>
            <pc:sldMk cId="2372713896" sldId="288"/>
            <ac:spMk id="13" creationId="{E3433EAB-C543-3836-43C1-AA6E26DEA08C}"/>
          </ac:spMkLst>
        </pc:spChg>
        <pc:spChg chg="add mod">
          <ac:chgData name="Chen Terrence Yaqi" userId="fd0f25ab-de92-4d97-a7d9-a0180993481a" providerId="ADAL" clId="{F709EA44-118B-4F41-90C6-B7ED3FF3B9C0}" dt="2026-08-17T10:08:17.535" v="1087" actId="1076"/>
          <ac:spMkLst>
            <pc:docMk/>
            <pc:sldMk cId="2372713896" sldId="288"/>
            <ac:spMk id="14" creationId="{3BE91A19-9C9E-7401-A962-1350FB17274D}"/>
          </ac:spMkLst>
        </pc:spChg>
        <pc:picChg chg="add mod">
          <ac:chgData name="Chen Terrence Yaqi" userId="fd0f25ab-de92-4d97-a7d9-a0180993481a" providerId="ADAL" clId="{F709EA44-118B-4F41-90C6-B7ED3FF3B9C0}" dt="2026-08-17T10:08:26.790" v="1090" actId="1076"/>
          <ac:picMkLst>
            <pc:docMk/>
            <pc:sldMk cId="2372713896" sldId="288"/>
            <ac:picMk id="5" creationId="{36E7353C-4DF6-D4A5-79F4-FB4CB6DCCF1B}"/>
          </ac:picMkLst>
        </pc:picChg>
      </pc:sldChg>
      <pc:sldChg chg="addSp delSp modSp new del mod">
        <pc:chgData name="Chen Terrence Yaqi" userId="fd0f25ab-de92-4d97-a7d9-a0180993481a" providerId="ADAL" clId="{F709EA44-118B-4F41-90C6-B7ED3FF3B9C0}" dt="2026-08-21T07:48:43.847" v="2588" actId="47"/>
        <pc:sldMkLst>
          <pc:docMk/>
          <pc:sldMk cId="3821830539" sldId="290"/>
        </pc:sldMkLst>
        <pc:spChg chg="add">
          <ac:chgData name="Chen Terrence Yaqi" userId="fd0f25ab-de92-4d97-a7d9-a0180993481a" providerId="ADAL" clId="{F709EA44-118B-4F41-90C6-B7ED3FF3B9C0}" dt="2026-08-17T09:51:41.293" v="929" actId="22"/>
          <ac:spMkLst>
            <pc:docMk/>
            <pc:sldMk cId="3821830539" sldId="290"/>
            <ac:spMk id="7" creationId="{249BB95E-B9EF-2648-8FEF-7D1CB098379B}"/>
          </ac:spMkLst>
        </pc:spChg>
        <pc:spChg chg="add mod">
          <ac:chgData name="Chen Terrence Yaqi" userId="fd0f25ab-de92-4d97-a7d9-a0180993481a" providerId="ADAL" clId="{F709EA44-118B-4F41-90C6-B7ED3FF3B9C0}" dt="2026-08-17T10:09:06.477" v="1113" actId="20577"/>
          <ac:spMkLst>
            <pc:docMk/>
            <pc:sldMk cId="3821830539" sldId="290"/>
            <ac:spMk id="8" creationId="{C1C0C024-C4A0-79FE-800F-C0A1FCF2321A}"/>
          </ac:spMkLst>
        </pc:spChg>
        <pc:picChg chg="add mod">
          <ac:chgData name="Chen Terrence Yaqi" userId="fd0f25ab-de92-4d97-a7d9-a0180993481a" providerId="ADAL" clId="{F709EA44-118B-4F41-90C6-B7ED3FF3B9C0}" dt="2026-08-17T10:09:27.347" v="1125" actId="1076"/>
          <ac:picMkLst>
            <pc:docMk/>
            <pc:sldMk cId="3821830539" sldId="290"/>
            <ac:picMk id="3" creationId="{39A707C8-1EC0-D293-6F01-EEA05DCD4208}"/>
          </ac:picMkLst>
        </pc:picChg>
        <pc:picChg chg="add mod">
          <ac:chgData name="Chen Terrence Yaqi" userId="fd0f25ab-de92-4d97-a7d9-a0180993481a" providerId="ADAL" clId="{F709EA44-118B-4F41-90C6-B7ED3FF3B9C0}" dt="2026-08-17T10:09:20.228" v="1120" actId="14100"/>
          <ac:picMkLst>
            <pc:docMk/>
            <pc:sldMk cId="3821830539" sldId="290"/>
            <ac:picMk id="5" creationId="{F4822825-D951-EB4E-5A78-38342D35A6AE}"/>
          </ac:picMkLst>
        </pc:picChg>
      </pc:sldChg>
      <pc:sldChg chg="addSp delSp modSp new mod">
        <pc:chgData name="Chen Terrence Yaqi" userId="fd0f25ab-de92-4d97-a7d9-a0180993481a" providerId="ADAL" clId="{F709EA44-118B-4F41-90C6-B7ED3FF3B9C0}" dt="2026-08-17T11:36:41.314" v="1245" actId="1076"/>
        <pc:sldMkLst>
          <pc:docMk/>
          <pc:sldMk cId="1241060762" sldId="291"/>
        </pc:sldMkLst>
        <pc:spChg chg="add mod">
          <ac:chgData name="Chen Terrence Yaqi" userId="fd0f25ab-de92-4d97-a7d9-a0180993481a" providerId="ADAL" clId="{F709EA44-118B-4F41-90C6-B7ED3FF3B9C0}" dt="2026-08-17T11:13:15.698" v="1166" actId="1076"/>
          <ac:spMkLst>
            <pc:docMk/>
            <pc:sldMk cId="1241060762" sldId="291"/>
            <ac:spMk id="4" creationId="{D8F7B33A-AB4E-7DB6-28FF-20265DB2EED2}"/>
          </ac:spMkLst>
        </pc:spChg>
        <pc:spChg chg="add mod">
          <ac:chgData name="Chen Terrence Yaqi" userId="fd0f25ab-de92-4d97-a7d9-a0180993481a" providerId="ADAL" clId="{F709EA44-118B-4F41-90C6-B7ED3FF3B9C0}" dt="2026-08-17T11:32:11.811" v="1195" actId="1076"/>
          <ac:spMkLst>
            <pc:docMk/>
            <pc:sldMk cId="1241060762" sldId="291"/>
            <ac:spMk id="5" creationId="{5B544021-DD73-12DC-997E-80C3EF95824E}"/>
          </ac:spMkLst>
        </pc:spChg>
        <pc:spChg chg="add mod">
          <ac:chgData name="Chen Terrence Yaqi" userId="fd0f25ab-de92-4d97-a7d9-a0180993481a" providerId="ADAL" clId="{F709EA44-118B-4F41-90C6-B7ED3FF3B9C0}" dt="2026-08-17T11:36:41.314" v="1245" actId="1076"/>
          <ac:spMkLst>
            <pc:docMk/>
            <pc:sldMk cId="1241060762" sldId="291"/>
            <ac:spMk id="8" creationId="{FEFEC14F-9AD8-BFF1-5459-A05AC57FCB8D}"/>
          </ac:spMkLst>
        </pc:spChg>
        <pc:picChg chg="add mod">
          <ac:chgData name="Chen Terrence Yaqi" userId="fd0f25ab-de92-4d97-a7d9-a0180993481a" providerId="ADAL" clId="{F709EA44-118B-4F41-90C6-B7ED3FF3B9C0}" dt="2026-08-17T11:30:26.841" v="1171" actId="1076"/>
          <ac:picMkLst>
            <pc:docMk/>
            <pc:sldMk cId="1241060762" sldId="291"/>
            <ac:picMk id="3" creationId="{DE9DA932-DDB0-51D7-499D-BE0866FB365D}"/>
          </ac:picMkLst>
        </pc:picChg>
      </pc:sldChg>
      <pc:sldChg chg="addSp delSp modSp new mod addAnim delAnim modAnim">
        <pc:chgData name="Chen Terrence Yaqi" userId="fd0f25ab-de92-4d97-a7d9-a0180993481a" providerId="ADAL" clId="{F709EA44-118B-4F41-90C6-B7ED3FF3B9C0}" dt="2026-08-17T12:19:39.152" v="1695"/>
        <pc:sldMkLst>
          <pc:docMk/>
          <pc:sldMk cId="71418308" sldId="292"/>
        </pc:sldMkLst>
        <pc:spChg chg="add mod">
          <ac:chgData name="Chen Terrence Yaqi" userId="fd0f25ab-de92-4d97-a7d9-a0180993481a" providerId="ADAL" clId="{F709EA44-118B-4F41-90C6-B7ED3FF3B9C0}" dt="2026-08-17T11:57:24.621" v="1508" actId="20577"/>
          <ac:spMkLst>
            <pc:docMk/>
            <pc:sldMk cId="71418308" sldId="292"/>
            <ac:spMk id="5" creationId="{07B0E458-D467-0D85-23A9-82C9CEE46774}"/>
          </ac:spMkLst>
        </pc:spChg>
        <pc:spChg chg="add mod">
          <ac:chgData name="Chen Terrence Yaqi" userId="fd0f25ab-de92-4d97-a7d9-a0180993481a" providerId="ADAL" clId="{F709EA44-118B-4F41-90C6-B7ED3FF3B9C0}" dt="2026-08-17T11:59:36.452" v="1510" actId="1076"/>
          <ac:spMkLst>
            <pc:docMk/>
            <pc:sldMk cId="71418308" sldId="292"/>
            <ac:spMk id="10" creationId="{60DDD22C-58A4-1D35-032E-572FE4B82ACE}"/>
          </ac:spMkLst>
        </pc:spChg>
        <pc:spChg chg="add mod">
          <ac:chgData name="Chen Terrence Yaqi" userId="fd0f25ab-de92-4d97-a7d9-a0180993481a" providerId="ADAL" clId="{F709EA44-118B-4F41-90C6-B7ED3FF3B9C0}" dt="2026-08-17T11:55:50.821" v="1446" actId="20577"/>
          <ac:spMkLst>
            <pc:docMk/>
            <pc:sldMk cId="71418308" sldId="292"/>
            <ac:spMk id="11" creationId="{0F7855BF-2051-825A-9801-6DDB248F0D37}"/>
          </ac:spMkLst>
        </pc:spChg>
        <pc:spChg chg="add mod">
          <ac:chgData name="Chen Terrence Yaqi" userId="fd0f25ab-de92-4d97-a7d9-a0180993481a" providerId="ADAL" clId="{F709EA44-118B-4F41-90C6-B7ED3FF3B9C0}" dt="2026-08-17T12:00:34.763" v="1525" actId="164"/>
          <ac:spMkLst>
            <pc:docMk/>
            <pc:sldMk cId="71418308" sldId="292"/>
            <ac:spMk id="12" creationId="{7B5B132A-3438-CC57-BBB8-F7859AC3DDB4}"/>
          </ac:spMkLst>
        </pc:spChg>
        <pc:spChg chg="add mod">
          <ac:chgData name="Chen Terrence Yaqi" userId="fd0f25ab-de92-4d97-a7d9-a0180993481a" providerId="ADAL" clId="{F709EA44-118B-4F41-90C6-B7ED3FF3B9C0}" dt="2026-08-17T12:00:34.763" v="1525" actId="164"/>
          <ac:spMkLst>
            <pc:docMk/>
            <pc:sldMk cId="71418308" sldId="292"/>
            <ac:spMk id="13" creationId="{683B9D52-D274-1744-031F-A937529B9C7B}"/>
          </ac:spMkLst>
        </pc:spChg>
        <pc:spChg chg="add mod">
          <ac:chgData name="Chen Terrence Yaqi" userId="fd0f25ab-de92-4d97-a7d9-a0180993481a" providerId="ADAL" clId="{F709EA44-118B-4F41-90C6-B7ED3FF3B9C0}" dt="2026-08-17T12:01:31.309" v="1540" actId="208"/>
          <ac:spMkLst>
            <pc:docMk/>
            <pc:sldMk cId="71418308" sldId="292"/>
            <ac:spMk id="15" creationId="{4E8D4BBC-A74B-BC21-6D31-C768B65EED53}"/>
          </ac:spMkLst>
        </pc:spChg>
        <pc:spChg chg="add mod">
          <ac:chgData name="Chen Terrence Yaqi" userId="fd0f25ab-de92-4d97-a7d9-a0180993481a" providerId="ADAL" clId="{F709EA44-118B-4F41-90C6-B7ED3FF3B9C0}" dt="2026-08-17T12:01:44.492" v="1541" actId="2085"/>
          <ac:spMkLst>
            <pc:docMk/>
            <pc:sldMk cId="71418308" sldId="292"/>
            <ac:spMk id="16" creationId="{47F1F2EF-25EF-15A3-0C09-28D86A39EB56}"/>
          </ac:spMkLst>
        </pc:spChg>
        <pc:spChg chg="add mod">
          <ac:chgData name="Chen Terrence Yaqi" userId="fd0f25ab-de92-4d97-a7d9-a0180993481a" providerId="ADAL" clId="{F709EA44-118B-4F41-90C6-B7ED3FF3B9C0}" dt="2026-08-17T12:04:05.006" v="1585" actId="13822"/>
          <ac:spMkLst>
            <pc:docMk/>
            <pc:sldMk cId="71418308" sldId="292"/>
            <ac:spMk id="18" creationId="{571DC0EB-9CE4-2901-F0D8-0EA3FAF82C50}"/>
          </ac:spMkLst>
        </pc:spChg>
        <pc:spChg chg="add mod">
          <ac:chgData name="Chen Terrence Yaqi" userId="fd0f25ab-de92-4d97-a7d9-a0180993481a" providerId="ADAL" clId="{F709EA44-118B-4F41-90C6-B7ED3FF3B9C0}" dt="2026-08-17T12:04:16.662" v="1587" actId="2085"/>
          <ac:spMkLst>
            <pc:docMk/>
            <pc:sldMk cId="71418308" sldId="292"/>
            <ac:spMk id="19" creationId="{45095A9E-9AED-1C60-DDEB-D39C448D9500}"/>
          </ac:spMkLst>
        </pc:spChg>
        <pc:spChg chg="mod">
          <ac:chgData name="Chen Terrence Yaqi" userId="fd0f25ab-de92-4d97-a7d9-a0180993481a" providerId="ADAL" clId="{F709EA44-118B-4F41-90C6-B7ED3FF3B9C0}" dt="2026-08-17T12:06:05.335" v="1602" actId="207"/>
          <ac:spMkLst>
            <pc:docMk/>
            <pc:sldMk cId="71418308" sldId="292"/>
            <ac:spMk id="22" creationId="{5AE55182-C382-ED9B-4EB7-B20026791170}"/>
          </ac:spMkLst>
        </pc:spChg>
        <pc:spChg chg="mod">
          <ac:chgData name="Chen Terrence Yaqi" userId="fd0f25ab-de92-4d97-a7d9-a0180993481a" providerId="ADAL" clId="{F709EA44-118B-4F41-90C6-B7ED3FF3B9C0}" dt="2026-08-17T12:09:49.799" v="1612" actId="1076"/>
          <ac:spMkLst>
            <pc:docMk/>
            <pc:sldMk cId="71418308" sldId="292"/>
            <ac:spMk id="23" creationId="{9780511F-F253-3D16-A5C5-960698B73A78}"/>
          </ac:spMkLst>
        </pc:spChg>
        <pc:spChg chg="mod">
          <ac:chgData name="Chen Terrence Yaqi" userId="fd0f25ab-de92-4d97-a7d9-a0180993481a" providerId="ADAL" clId="{F709EA44-118B-4F41-90C6-B7ED3FF3B9C0}" dt="2026-08-17T12:11:49.332" v="1624"/>
          <ac:spMkLst>
            <pc:docMk/>
            <pc:sldMk cId="71418308" sldId="292"/>
            <ac:spMk id="31" creationId="{8D9627FD-D9F4-1B29-E695-AE814052F839}"/>
          </ac:spMkLst>
        </pc:spChg>
        <pc:spChg chg="mod">
          <ac:chgData name="Chen Terrence Yaqi" userId="fd0f25ab-de92-4d97-a7d9-a0180993481a" providerId="ADAL" clId="{F709EA44-118B-4F41-90C6-B7ED3FF3B9C0}" dt="2026-08-17T12:11:49.332" v="1624"/>
          <ac:spMkLst>
            <pc:docMk/>
            <pc:sldMk cId="71418308" sldId="292"/>
            <ac:spMk id="32" creationId="{9898AB6A-03B9-F4B0-6B90-BEA285603B38}"/>
          </ac:spMkLst>
        </pc:spChg>
        <pc:spChg chg="add mod">
          <ac:chgData name="Chen Terrence Yaqi" userId="fd0f25ab-de92-4d97-a7d9-a0180993481a" providerId="ADAL" clId="{F709EA44-118B-4F41-90C6-B7ED3FF3B9C0}" dt="2026-08-17T12:13:42.499" v="1643" actId="1076"/>
          <ac:spMkLst>
            <pc:docMk/>
            <pc:sldMk cId="71418308" sldId="292"/>
            <ac:spMk id="34" creationId="{EC9BCB35-FBF2-9C17-F17D-206A142CC816}"/>
          </ac:spMkLst>
        </pc:spChg>
        <pc:spChg chg="add mod">
          <ac:chgData name="Chen Terrence Yaqi" userId="fd0f25ab-de92-4d97-a7d9-a0180993481a" providerId="ADAL" clId="{F709EA44-118B-4F41-90C6-B7ED3FF3B9C0}" dt="2026-08-17T12:13:52.332" v="1646" actId="1076"/>
          <ac:spMkLst>
            <pc:docMk/>
            <pc:sldMk cId="71418308" sldId="292"/>
            <ac:spMk id="35" creationId="{640C2C2E-135B-E668-3C0E-C724A7E2D061}"/>
          </ac:spMkLst>
        </pc:spChg>
        <pc:spChg chg="mod">
          <ac:chgData name="Chen Terrence Yaqi" userId="fd0f25ab-de92-4d97-a7d9-a0180993481a" providerId="ADAL" clId="{F709EA44-118B-4F41-90C6-B7ED3FF3B9C0}" dt="2026-08-17T12:15:02.257" v="1651"/>
          <ac:spMkLst>
            <pc:docMk/>
            <pc:sldMk cId="71418308" sldId="292"/>
            <ac:spMk id="39" creationId="{59082935-7719-165A-BC75-C0DE3CF99512}"/>
          </ac:spMkLst>
        </pc:spChg>
        <pc:spChg chg="mod">
          <ac:chgData name="Chen Terrence Yaqi" userId="fd0f25ab-de92-4d97-a7d9-a0180993481a" providerId="ADAL" clId="{F709EA44-118B-4F41-90C6-B7ED3FF3B9C0}" dt="2026-08-17T12:15:11.521" v="1654" actId="20577"/>
          <ac:spMkLst>
            <pc:docMk/>
            <pc:sldMk cId="71418308" sldId="292"/>
            <ac:spMk id="40" creationId="{D5A1DD52-EB50-6A3C-EBDB-86F83F4DCE37}"/>
          </ac:spMkLst>
        </pc:spChg>
        <pc:spChg chg="mod">
          <ac:chgData name="Chen Terrence Yaqi" userId="fd0f25ab-de92-4d97-a7d9-a0180993481a" providerId="ADAL" clId="{F709EA44-118B-4F41-90C6-B7ED3FF3B9C0}" dt="2026-08-17T12:16:09.355" v="1656"/>
          <ac:spMkLst>
            <pc:docMk/>
            <pc:sldMk cId="71418308" sldId="292"/>
            <ac:spMk id="42" creationId="{1AA7D5E3-45AC-C9DE-2902-AA44DE45ACD1}"/>
          </ac:spMkLst>
        </pc:spChg>
        <pc:spChg chg="mod">
          <ac:chgData name="Chen Terrence Yaqi" userId="fd0f25ab-de92-4d97-a7d9-a0180993481a" providerId="ADAL" clId="{F709EA44-118B-4F41-90C6-B7ED3FF3B9C0}" dt="2026-08-17T12:16:09.355" v="1656"/>
          <ac:spMkLst>
            <pc:docMk/>
            <pc:sldMk cId="71418308" sldId="292"/>
            <ac:spMk id="43" creationId="{292E0DF9-9599-0FF0-BECA-46D91486F52F}"/>
          </ac:spMkLst>
        </pc:spChg>
        <pc:spChg chg="add mod">
          <ac:chgData name="Chen Terrence Yaqi" userId="fd0f25ab-de92-4d97-a7d9-a0180993481a" providerId="ADAL" clId="{F709EA44-118B-4F41-90C6-B7ED3FF3B9C0}" dt="2026-08-17T12:17:30.019" v="1679" actId="164"/>
          <ac:spMkLst>
            <pc:docMk/>
            <pc:sldMk cId="71418308" sldId="292"/>
            <ac:spMk id="44" creationId="{CA9C33EA-44FB-5C76-5BBD-599705C91B3F}"/>
          </ac:spMkLst>
        </pc:spChg>
        <pc:spChg chg="add mod">
          <ac:chgData name="Chen Terrence Yaqi" userId="fd0f25ab-de92-4d97-a7d9-a0180993481a" providerId="ADAL" clId="{F709EA44-118B-4F41-90C6-B7ED3FF3B9C0}" dt="2026-08-17T12:17:30.019" v="1679" actId="164"/>
          <ac:spMkLst>
            <pc:docMk/>
            <pc:sldMk cId="71418308" sldId="292"/>
            <ac:spMk id="45" creationId="{22D0ACC4-C9B6-2F22-EB49-FA8BD5A352B7}"/>
          </ac:spMkLst>
        </pc:spChg>
        <pc:spChg chg="add mod">
          <ac:chgData name="Chen Terrence Yaqi" userId="fd0f25ab-de92-4d97-a7d9-a0180993481a" providerId="ADAL" clId="{F709EA44-118B-4F41-90C6-B7ED3FF3B9C0}" dt="2026-08-17T12:19:05.513" v="1688" actId="1076"/>
          <ac:spMkLst>
            <pc:docMk/>
            <pc:sldMk cId="71418308" sldId="292"/>
            <ac:spMk id="51" creationId="{F760D634-4528-A20E-CE68-830910DDCDEA}"/>
          </ac:spMkLst>
        </pc:spChg>
        <pc:spChg chg="add mod">
          <ac:chgData name="Chen Terrence Yaqi" userId="fd0f25ab-de92-4d97-a7d9-a0180993481a" providerId="ADAL" clId="{F709EA44-118B-4F41-90C6-B7ED3FF3B9C0}" dt="2026-08-17T12:19:23.582" v="1691" actId="1076"/>
          <ac:spMkLst>
            <pc:docMk/>
            <pc:sldMk cId="71418308" sldId="292"/>
            <ac:spMk id="52" creationId="{CD780617-4091-607D-7D30-7043B93CD986}"/>
          </ac:spMkLst>
        </pc:spChg>
        <pc:spChg chg="add mod">
          <ac:chgData name="Chen Terrence Yaqi" userId="fd0f25ab-de92-4d97-a7d9-a0180993481a" providerId="ADAL" clId="{F709EA44-118B-4F41-90C6-B7ED3FF3B9C0}" dt="2026-08-17T12:19:34.337" v="1693" actId="1076"/>
          <ac:spMkLst>
            <pc:docMk/>
            <pc:sldMk cId="71418308" sldId="292"/>
            <ac:spMk id="53" creationId="{5D5C8BE9-32D7-E883-93E2-FA2878A2CB19}"/>
          </ac:spMkLst>
        </pc:spChg>
        <pc:grpChg chg="add mod">
          <ac:chgData name="Chen Terrence Yaqi" userId="fd0f25ab-de92-4d97-a7d9-a0180993481a" providerId="ADAL" clId="{F709EA44-118B-4F41-90C6-B7ED3FF3B9C0}" dt="2026-08-17T12:00:37.329" v="1526" actId="1076"/>
          <ac:grpSpMkLst>
            <pc:docMk/>
            <pc:sldMk cId="71418308" sldId="292"/>
            <ac:grpSpMk id="14" creationId="{D0FF6395-3524-AE61-20F5-8D587B56F261}"/>
          </ac:grpSpMkLst>
        </pc:grpChg>
        <pc:grpChg chg="add mod">
          <ac:chgData name="Chen Terrence Yaqi" userId="fd0f25ab-de92-4d97-a7d9-a0180993481a" providerId="ADAL" clId="{F709EA44-118B-4F41-90C6-B7ED3FF3B9C0}" dt="2026-08-17T12:01:53.995" v="1543" actId="1076"/>
          <ac:grpSpMkLst>
            <pc:docMk/>
            <pc:sldMk cId="71418308" sldId="292"/>
            <ac:grpSpMk id="17" creationId="{667579EC-EEAC-F72E-BD28-F83C9F41FCC0}"/>
          </ac:grpSpMkLst>
        </pc:grpChg>
        <pc:grpChg chg="add mod">
          <ac:chgData name="Chen Terrence Yaqi" userId="fd0f25ab-de92-4d97-a7d9-a0180993481a" providerId="ADAL" clId="{F709EA44-118B-4F41-90C6-B7ED3FF3B9C0}" dt="2026-08-17T12:03:56.038" v="1584" actId="1076"/>
          <ac:grpSpMkLst>
            <pc:docMk/>
            <pc:sldMk cId="71418308" sldId="292"/>
            <ac:grpSpMk id="20" creationId="{D6DCBFD4-C8D6-30B6-79CC-6706172F9544}"/>
          </ac:grpSpMkLst>
        </pc:grpChg>
        <pc:grpChg chg="add del mod">
          <ac:chgData name="Chen Terrence Yaqi" userId="fd0f25ab-de92-4d97-a7d9-a0180993481a" providerId="ADAL" clId="{F709EA44-118B-4F41-90C6-B7ED3FF3B9C0}" dt="2026-08-17T12:11:32.712" v="1622" actId="478"/>
          <ac:grpSpMkLst>
            <pc:docMk/>
            <pc:sldMk cId="71418308" sldId="292"/>
            <ac:grpSpMk id="21" creationId="{AD8C6CBA-3423-D25B-BEB4-B562A88076EF}"/>
          </ac:grpSpMkLst>
        </pc:grpChg>
        <pc:grpChg chg="add mod ord">
          <ac:chgData name="Chen Terrence Yaqi" userId="fd0f25ab-de92-4d97-a7d9-a0180993481a" providerId="ADAL" clId="{F709EA44-118B-4F41-90C6-B7ED3FF3B9C0}" dt="2026-08-17T12:14:57.474" v="1650" actId="171"/>
          <ac:grpSpMkLst>
            <pc:docMk/>
            <pc:sldMk cId="71418308" sldId="292"/>
            <ac:grpSpMk id="30" creationId="{C131AB80-6360-9EFE-5410-864F59599E1E}"/>
          </ac:grpSpMkLst>
        </pc:grpChg>
        <pc:grpChg chg="add mod">
          <ac:chgData name="Chen Terrence Yaqi" userId="fd0f25ab-de92-4d97-a7d9-a0180993481a" providerId="ADAL" clId="{F709EA44-118B-4F41-90C6-B7ED3FF3B9C0}" dt="2026-08-17T12:15:07.957" v="1652" actId="1076"/>
          <ac:grpSpMkLst>
            <pc:docMk/>
            <pc:sldMk cId="71418308" sldId="292"/>
            <ac:grpSpMk id="38" creationId="{5840522D-A658-4820-D4D0-4CE76C2C7880}"/>
          </ac:grpSpMkLst>
        </pc:grpChg>
        <pc:grpChg chg="add mod">
          <ac:chgData name="Chen Terrence Yaqi" userId="fd0f25ab-de92-4d97-a7d9-a0180993481a" providerId="ADAL" clId="{F709EA44-118B-4F41-90C6-B7ED3FF3B9C0}" dt="2026-08-17T12:16:33.696" v="1660" actId="1076"/>
          <ac:grpSpMkLst>
            <pc:docMk/>
            <pc:sldMk cId="71418308" sldId="292"/>
            <ac:grpSpMk id="41" creationId="{6B2D95A5-F2CD-B65A-7E13-92C87815274F}"/>
          </ac:grpSpMkLst>
        </pc:grpChg>
        <pc:grpChg chg="add mod">
          <ac:chgData name="Chen Terrence Yaqi" userId="fd0f25ab-de92-4d97-a7d9-a0180993481a" providerId="ADAL" clId="{F709EA44-118B-4F41-90C6-B7ED3FF3B9C0}" dt="2026-08-17T12:18:11.642" v="1683" actId="1076"/>
          <ac:grpSpMkLst>
            <pc:docMk/>
            <pc:sldMk cId="71418308" sldId="292"/>
            <ac:grpSpMk id="46" creationId="{9F452AD8-214C-26FD-9AFA-F8B090F91EC3}"/>
          </ac:grpSpMkLst>
        </pc:grpChg>
        <pc:cxnChg chg="add mod">
          <ac:chgData name="Chen Terrence Yaqi" userId="fd0f25ab-de92-4d97-a7d9-a0180993481a" providerId="ADAL" clId="{F709EA44-118B-4F41-90C6-B7ED3FF3B9C0}" dt="2026-08-17T12:18:24.001" v="1685" actId="14100"/>
          <ac:cxnSpMkLst>
            <pc:docMk/>
            <pc:sldMk cId="71418308" sldId="292"/>
            <ac:cxnSpMk id="48" creationId="{AD9D1320-6B46-AD88-65CC-4B730164E626}"/>
          </ac:cxnSpMkLst>
        </pc:cxnChg>
      </pc:sldChg>
      <pc:sldChg chg="addSp delSp modSp new del mod">
        <pc:chgData name="Chen Terrence Yaqi" userId="fd0f25ab-de92-4d97-a7d9-a0180993481a" providerId="ADAL" clId="{F709EA44-118B-4F41-90C6-B7ED3FF3B9C0}" dt="2026-08-21T07:48:47.994" v="2590" actId="47"/>
        <pc:sldMkLst>
          <pc:docMk/>
          <pc:sldMk cId="2776750344" sldId="293"/>
        </pc:sldMkLst>
        <pc:spChg chg="add mod">
          <ac:chgData name="Chen Terrence Yaqi" userId="fd0f25ab-de92-4d97-a7d9-a0180993481a" providerId="ADAL" clId="{F709EA44-118B-4F41-90C6-B7ED3FF3B9C0}" dt="2026-08-17T13:51:05.231" v="2058" actId="20577"/>
          <ac:spMkLst>
            <pc:docMk/>
            <pc:sldMk cId="2776750344" sldId="293"/>
            <ac:spMk id="5" creationId="{B3B73666-1B4A-A809-3480-8E2438BC50FA}"/>
          </ac:spMkLst>
        </pc:spChg>
        <pc:picChg chg="add mod">
          <ac:chgData name="Chen Terrence Yaqi" userId="fd0f25ab-de92-4d97-a7d9-a0180993481a" providerId="ADAL" clId="{F709EA44-118B-4F41-90C6-B7ED3FF3B9C0}" dt="2026-08-17T12:37:52.173" v="1796" actId="1076"/>
          <ac:picMkLst>
            <pc:docMk/>
            <pc:sldMk cId="2776750344" sldId="293"/>
            <ac:picMk id="9" creationId="{B98B5B19-3087-CDAB-094D-6F9CC19F995D}"/>
          </ac:picMkLst>
        </pc:picChg>
        <pc:picChg chg="add mod">
          <ac:chgData name="Chen Terrence Yaqi" userId="fd0f25ab-de92-4d97-a7d9-a0180993481a" providerId="ADAL" clId="{F709EA44-118B-4F41-90C6-B7ED3FF3B9C0}" dt="2026-08-17T12:37:57.992" v="1798" actId="1076"/>
          <ac:picMkLst>
            <pc:docMk/>
            <pc:sldMk cId="2776750344" sldId="293"/>
            <ac:picMk id="11" creationId="{E11566EE-C48A-BDF1-B35A-80F21EDB8C21}"/>
          </ac:picMkLst>
        </pc:picChg>
      </pc:sldChg>
      <pc:sldChg chg="addSp delSp modSp new del mod">
        <pc:chgData name="Chen Terrence Yaqi" userId="fd0f25ab-de92-4d97-a7d9-a0180993481a" providerId="ADAL" clId="{F709EA44-118B-4F41-90C6-B7ED3FF3B9C0}" dt="2026-08-21T07:48:47.130" v="2589" actId="47"/>
        <pc:sldMkLst>
          <pc:docMk/>
          <pc:sldMk cId="110336380" sldId="294"/>
        </pc:sldMkLst>
        <pc:spChg chg="add mod">
          <ac:chgData name="Chen Terrence Yaqi" userId="fd0f25ab-de92-4d97-a7d9-a0180993481a" providerId="ADAL" clId="{F709EA44-118B-4F41-90C6-B7ED3FF3B9C0}" dt="2026-08-17T12:34:53.252" v="1782" actId="122"/>
          <ac:spMkLst>
            <pc:docMk/>
            <pc:sldMk cId="110336380" sldId="294"/>
            <ac:spMk id="7" creationId="{6BE6825B-EFF8-0F9B-B9C8-7765B38376E1}"/>
          </ac:spMkLst>
        </pc:spChg>
        <pc:picChg chg="add mod">
          <ac:chgData name="Chen Terrence Yaqi" userId="fd0f25ab-de92-4d97-a7d9-a0180993481a" providerId="ADAL" clId="{F709EA44-118B-4F41-90C6-B7ED3FF3B9C0}" dt="2026-08-17T12:35:24.780" v="1783" actId="1076"/>
          <ac:picMkLst>
            <pc:docMk/>
            <pc:sldMk cId="110336380" sldId="294"/>
            <ac:picMk id="3" creationId="{54734F15-819B-D9DC-0BD7-98BAF9C43DE3}"/>
          </ac:picMkLst>
        </pc:picChg>
      </pc:sldChg>
      <pc:sldChg chg="addSp modSp new mod">
        <pc:chgData name="Chen Terrence Yaqi" userId="fd0f25ab-de92-4d97-a7d9-a0180993481a" providerId="ADAL" clId="{F709EA44-118B-4F41-90C6-B7ED3FF3B9C0}" dt="2026-08-17T13:00:17.555" v="1939" actId="14100"/>
        <pc:sldMkLst>
          <pc:docMk/>
          <pc:sldMk cId="253003695" sldId="295"/>
        </pc:sldMkLst>
        <pc:spChg chg="add mod">
          <ac:chgData name="Chen Terrence Yaqi" userId="fd0f25ab-de92-4d97-a7d9-a0180993481a" providerId="ADAL" clId="{F709EA44-118B-4F41-90C6-B7ED3FF3B9C0}" dt="2026-08-17T12:59:31.889" v="1932" actId="20577"/>
          <ac:spMkLst>
            <pc:docMk/>
            <pc:sldMk cId="253003695" sldId="295"/>
            <ac:spMk id="3" creationId="{5080DE01-3075-415D-560B-CA3D6E03F9B9}"/>
          </ac:spMkLst>
        </pc:spChg>
        <pc:picChg chg="add mod">
          <ac:chgData name="Chen Terrence Yaqi" userId="fd0f25ab-de92-4d97-a7d9-a0180993481a" providerId="ADAL" clId="{F709EA44-118B-4F41-90C6-B7ED3FF3B9C0}" dt="2026-08-17T13:00:17.555" v="1939" actId="14100"/>
          <ac:picMkLst>
            <pc:docMk/>
            <pc:sldMk cId="253003695" sldId="295"/>
            <ac:picMk id="5" creationId="{CDAAF082-AC04-FD78-7690-CE0241678999}"/>
          </ac:picMkLst>
        </pc:picChg>
        <pc:picChg chg="add mod">
          <ac:chgData name="Chen Terrence Yaqi" userId="fd0f25ab-de92-4d97-a7d9-a0180993481a" providerId="ADAL" clId="{F709EA44-118B-4F41-90C6-B7ED3FF3B9C0}" dt="2026-08-17T12:58:11.762" v="1916" actId="1076"/>
          <ac:picMkLst>
            <pc:docMk/>
            <pc:sldMk cId="253003695" sldId="295"/>
            <ac:picMk id="7" creationId="{7F532D55-EBFB-8E9E-1549-4BF29AA34578}"/>
          </ac:picMkLst>
        </pc:picChg>
        <pc:picChg chg="add mod">
          <ac:chgData name="Chen Terrence Yaqi" userId="fd0f25ab-de92-4d97-a7d9-a0180993481a" providerId="ADAL" clId="{F709EA44-118B-4F41-90C6-B7ED3FF3B9C0}" dt="2026-08-17T12:58:13.512" v="1917" actId="1076"/>
          <ac:picMkLst>
            <pc:docMk/>
            <pc:sldMk cId="253003695" sldId="295"/>
            <ac:picMk id="9" creationId="{F386F780-8B1B-E3A6-FCF9-A14B98903C16}"/>
          </ac:picMkLst>
        </pc:picChg>
        <pc:picChg chg="add mod">
          <ac:chgData name="Chen Terrence Yaqi" userId="fd0f25ab-de92-4d97-a7d9-a0180993481a" providerId="ADAL" clId="{F709EA44-118B-4F41-90C6-B7ED3FF3B9C0}" dt="2026-08-17T13:00:08.276" v="1935" actId="1076"/>
          <ac:picMkLst>
            <pc:docMk/>
            <pc:sldMk cId="253003695" sldId="295"/>
            <ac:picMk id="11" creationId="{8F30E6E8-9500-B9A7-D8C8-D2570185E2C3}"/>
          </ac:picMkLst>
        </pc:picChg>
      </pc:sldChg>
      <pc:sldChg chg="addSp delSp modSp add mod">
        <pc:chgData name="Chen Terrence Yaqi" userId="fd0f25ab-de92-4d97-a7d9-a0180993481a" providerId="ADAL" clId="{F709EA44-118B-4F41-90C6-B7ED3FF3B9C0}" dt="2026-08-17T14:42:29.800" v="2140" actId="1076"/>
        <pc:sldMkLst>
          <pc:docMk/>
          <pc:sldMk cId="2034933693" sldId="301"/>
        </pc:sldMkLst>
        <pc:spChg chg="mod">
          <ac:chgData name="Chen Terrence Yaqi" userId="fd0f25ab-de92-4d97-a7d9-a0180993481a" providerId="ADAL" clId="{F709EA44-118B-4F41-90C6-B7ED3FF3B9C0}" dt="2026-08-17T13:59:40.637" v="2119" actId="20577"/>
          <ac:spMkLst>
            <pc:docMk/>
            <pc:sldMk cId="2034933693" sldId="301"/>
            <ac:spMk id="4" creationId="{11D51E1F-4C95-7F07-0129-5517C1AE26B1}"/>
          </ac:spMkLst>
        </pc:spChg>
        <pc:picChg chg="add mod">
          <ac:chgData name="Chen Terrence Yaqi" userId="fd0f25ab-de92-4d97-a7d9-a0180993481a" providerId="ADAL" clId="{F709EA44-118B-4F41-90C6-B7ED3FF3B9C0}" dt="2026-08-17T14:42:29.800" v="2140" actId="1076"/>
          <ac:picMkLst>
            <pc:docMk/>
            <pc:sldMk cId="2034933693" sldId="301"/>
            <ac:picMk id="9" creationId="{F5185E0A-67FC-ED31-69C3-0FA87EEFCF05}"/>
          </ac:picMkLst>
        </pc:picChg>
      </pc:sldChg>
      <pc:sldChg chg="addSp delSp modSp add mod">
        <pc:chgData name="Chen Terrence Yaqi" userId="fd0f25ab-de92-4d97-a7d9-a0180993481a" providerId="ADAL" clId="{F709EA44-118B-4F41-90C6-B7ED3FF3B9C0}" dt="2026-08-17T14:00:13.696" v="2129" actId="1076"/>
        <pc:sldMkLst>
          <pc:docMk/>
          <pc:sldMk cId="2326571203" sldId="302"/>
        </pc:sldMkLst>
        <pc:spChg chg="mod">
          <ac:chgData name="Chen Terrence Yaqi" userId="fd0f25ab-de92-4d97-a7d9-a0180993481a" providerId="ADAL" clId="{F709EA44-118B-4F41-90C6-B7ED3FF3B9C0}" dt="2026-08-17T14:00:02.691" v="2124"/>
          <ac:spMkLst>
            <pc:docMk/>
            <pc:sldMk cId="2326571203" sldId="302"/>
            <ac:spMk id="4" creationId="{D7DB365B-3958-4432-41AF-301D6554EBE2}"/>
          </ac:spMkLst>
        </pc:spChg>
        <pc:picChg chg="add mod">
          <ac:chgData name="Chen Terrence Yaqi" userId="fd0f25ab-de92-4d97-a7d9-a0180993481a" providerId="ADAL" clId="{F709EA44-118B-4F41-90C6-B7ED3FF3B9C0}" dt="2026-08-17T14:00:13.696" v="2129" actId="1076"/>
          <ac:picMkLst>
            <pc:docMk/>
            <pc:sldMk cId="2326571203" sldId="302"/>
            <ac:picMk id="10" creationId="{8F714A5C-6D02-A369-8197-48197E24FD75}"/>
          </ac:picMkLst>
        </pc:picChg>
      </pc:sldChg>
      <pc:sldChg chg="addSp delSp modSp add mod">
        <pc:chgData name="Chen Terrence Yaqi" userId="fd0f25ab-de92-4d97-a7d9-a0180993481a" providerId="ADAL" clId="{F709EA44-118B-4F41-90C6-B7ED3FF3B9C0}" dt="2026-08-17T14:00:38.882" v="2135" actId="1076"/>
        <pc:sldMkLst>
          <pc:docMk/>
          <pc:sldMk cId="3642397323" sldId="303"/>
        </pc:sldMkLst>
        <pc:spChg chg="mod">
          <ac:chgData name="Chen Terrence Yaqi" userId="fd0f25ab-de92-4d97-a7d9-a0180993481a" providerId="ADAL" clId="{F709EA44-118B-4F41-90C6-B7ED3FF3B9C0}" dt="2026-08-17T14:00:22.746" v="2130"/>
          <ac:spMkLst>
            <pc:docMk/>
            <pc:sldMk cId="3642397323" sldId="303"/>
            <ac:spMk id="4" creationId="{11801C7D-053A-6D32-D526-ADBCA6177A2B}"/>
          </ac:spMkLst>
        </pc:spChg>
        <pc:picChg chg="add mod">
          <ac:chgData name="Chen Terrence Yaqi" userId="fd0f25ab-de92-4d97-a7d9-a0180993481a" providerId="ADAL" clId="{F709EA44-118B-4F41-90C6-B7ED3FF3B9C0}" dt="2026-08-17T14:00:38.882" v="2135" actId="1076"/>
          <ac:picMkLst>
            <pc:docMk/>
            <pc:sldMk cId="3642397323" sldId="303"/>
            <ac:picMk id="10" creationId="{7DCC7183-6DBB-8824-EDE4-68C43681875F}"/>
          </ac:picMkLst>
        </pc:picChg>
      </pc:sldChg>
      <pc:sldChg chg="addSp delSp modSp new mod">
        <pc:chgData name="Chen Terrence Yaqi" userId="fd0f25ab-de92-4d97-a7d9-a0180993481a" providerId="ADAL" clId="{F709EA44-118B-4F41-90C6-B7ED3FF3B9C0}" dt="2026-08-20T09:22:36.739" v="2582" actId="20577"/>
        <pc:sldMkLst>
          <pc:docMk/>
          <pc:sldMk cId="1509634442" sldId="305"/>
        </pc:sldMkLst>
        <pc:spChg chg="add mod">
          <ac:chgData name="Chen Terrence Yaqi" userId="fd0f25ab-de92-4d97-a7d9-a0180993481a" providerId="ADAL" clId="{F709EA44-118B-4F41-90C6-B7ED3FF3B9C0}" dt="2026-08-19T11:10:02.208" v="2232" actId="20577"/>
          <ac:spMkLst>
            <pc:docMk/>
            <pc:sldMk cId="1509634442" sldId="305"/>
            <ac:spMk id="3" creationId="{BAE3A6F3-EB24-B279-DA3F-2DCFA35BF86B}"/>
          </ac:spMkLst>
        </pc:spChg>
        <pc:spChg chg="add mod">
          <ac:chgData name="Chen Terrence Yaqi" userId="fd0f25ab-de92-4d97-a7d9-a0180993481a" providerId="ADAL" clId="{F709EA44-118B-4F41-90C6-B7ED3FF3B9C0}" dt="2026-08-19T12:12:29.651" v="2574" actId="20577"/>
          <ac:spMkLst>
            <pc:docMk/>
            <pc:sldMk cId="1509634442" sldId="305"/>
            <ac:spMk id="5" creationId="{77E9DB94-A254-C999-E43F-C79B44E43FE1}"/>
          </ac:spMkLst>
        </pc:spChg>
        <pc:spChg chg="add mod">
          <ac:chgData name="Chen Terrence Yaqi" userId="fd0f25ab-de92-4d97-a7d9-a0180993481a" providerId="ADAL" clId="{F709EA44-118B-4F41-90C6-B7ED3FF3B9C0}" dt="2026-08-19T11:20:08.969" v="2530" actId="164"/>
          <ac:spMkLst>
            <pc:docMk/>
            <pc:sldMk cId="1509634442" sldId="305"/>
            <ac:spMk id="7" creationId="{82E1015C-46D5-4704-C500-8DAA5D8D17CC}"/>
          </ac:spMkLst>
        </pc:spChg>
        <pc:spChg chg="add mod">
          <ac:chgData name="Chen Terrence Yaqi" userId="fd0f25ab-de92-4d97-a7d9-a0180993481a" providerId="ADAL" clId="{F709EA44-118B-4F41-90C6-B7ED3FF3B9C0}" dt="2026-08-19T11:20:08.969" v="2530" actId="164"/>
          <ac:spMkLst>
            <pc:docMk/>
            <pc:sldMk cId="1509634442" sldId="305"/>
            <ac:spMk id="9" creationId="{8B648587-017C-992F-307C-40313641FB47}"/>
          </ac:spMkLst>
        </pc:spChg>
        <pc:spChg chg="add mod">
          <ac:chgData name="Chen Terrence Yaqi" userId="fd0f25ab-de92-4d97-a7d9-a0180993481a" providerId="ADAL" clId="{F709EA44-118B-4F41-90C6-B7ED3FF3B9C0}" dt="2026-08-19T11:20:08.969" v="2530" actId="164"/>
          <ac:spMkLst>
            <pc:docMk/>
            <pc:sldMk cId="1509634442" sldId="305"/>
            <ac:spMk id="11" creationId="{24CF4980-FF13-CBD6-4A04-895A0E1498A1}"/>
          </ac:spMkLst>
        </pc:spChg>
        <pc:spChg chg="add mod">
          <ac:chgData name="Chen Terrence Yaqi" userId="fd0f25ab-de92-4d97-a7d9-a0180993481a" providerId="ADAL" clId="{F709EA44-118B-4F41-90C6-B7ED3FF3B9C0}" dt="2026-08-19T11:20:08.969" v="2530" actId="164"/>
          <ac:spMkLst>
            <pc:docMk/>
            <pc:sldMk cId="1509634442" sldId="305"/>
            <ac:spMk id="13" creationId="{18E01F94-240F-C545-1D56-6A720A4093CF}"/>
          </ac:spMkLst>
        </pc:spChg>
        <pc:spChg chg="add mod">
          <ac:chgData name="Chen Terrence Yaqi" userId="fd0f25ab-de92-4d97-a7d9-a0180993481a" providerId="ADAL" clId="{F709EA44-118B-4F41-90C6-B7ED3FF3B9C0}" dt="2026-08-19T11:20:08.969" v="2530" actId="164"/>
          <ac:spMkLst>
            <pc:docMk/>
            <pc:sldMk cId="1509634442" sldId="305"/>
            <ac:spMk id="15" creationId="{71AC6D58-731D-4E2F-3CD9-38D7223C7F79}"/>
          </ac:spMkLst>
        </pc:spChg>
        <pc:spChg chg="add mod">
          <ac:chgData name="Chen Terrence Yaqi" userId="fd0f25ab-de92-4d97-a7d9-a0180993481a" providerId="ADAL" clId="{F709EA44-118B-4F41-90C6-B7ED3FF3B9C0}" dt="2026-08-20T09:22:36.739" v="2582" actId="20577"/>
          <ac:spMkLst>
            <pc:docMk/>
            <pc:sldMk cId="1509634442" sldId="305"/>
            <ac:spMk id="17" creationId="{5D93E625-2CD9-CF83-0DB6-500FAB190205}"/>
          </ac:spMkLst>
        </pc:spChg>
        <pc:grpChg chg="add mod">
          <ac:chgData name="Chen Terrence Yaqi" userId="fd0f25ab-de92-4d97-a7d9-a0180993481a" providerId="ADAL" clId="{F709EA44-118B-4F41-90C6-B7ED3FF3B9C0}" dt="2026-08-19T11:21:36.267" v="2539" actId="1076"/>
          <ac:grpSpMkLst>
            <pc:docMk/>
            <pc:sldMk cId="1509634442" sldId="305"/>
            <ac:grpSpMk id="18" creationId="{DC6E6795-305C-3F8F-3222-1C5F794834BD}"/>
          </ac:grpSpMkLst>
        </pc:grpChg>
        <pc:picChg chg="add mod">
          <ac:chgData name="Chen Terrence Yaqi" userId="fd0f25ab-de92-4d97-a7d9-a0180993481a" providerId="ADAL" clId="{F709EA44-118B-4F41-90C6-B7ED3FF3B9C0}" dt="2026-08-19T18:22:25.743" v="2575" actId="1076"/>
          <ac:picMkLst>
            <pc:docMk/>
            <pc:sldMk cId="1509634442" sldId="305"/>
            <ac:picMk id="20" creationId="{8828E857-AA84-38FC-8C86-3A155C80E884}"/>
          </ac:picMkLst>
        </pc:picChg>
      </pc:sldChg>
      <pc:sldChg chg="add">
        <pc:chgData name="Chen Terrence Yaqi" userId="fd0f25ab-de92-4d97-a7d9-a0180993481a" providerId="ADAL" clId="{F709EA44-118B-4F41-90C6-B7ED3FF3B9C0}" dt="2026-08-19T12:12:13.945" v="2573"/>
        <pc:sldMkLst>
          <pc:docMk/>
          <pc:sldMk cId="1669538672"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470B24-6655-4984-AEB5-E1D20DECD066}" type="datetimeFigureOut">
              <a:rPr lang="zh-CN" altLang="en-US" smtClean="0"/>
              <a:t>2026/8/21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7E5DBE-236F-47BF-A482-99D2EA63E386}" type="slidenum">
              <a:rPr lang="zh-CN" altLang="en-US" smtClean="0"/>
              <a:t>‹#›</a:t>
            </a:fld>
            <a:endParaRPr lang="zh-CN" altLang="en-US"/>
          </a:p>
        </p:txBody>
      </p:sp>
    </p:spTree>
    <p:extLst>
      <p:ext uri="{BB962C8B-B14F-4D97-AF65-F5344CB8AC3E}">
        <p14:creationId xmlns:p14="http://schemas.microsoft.com/office/powerpoint/2010/main" val="281962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Our Hybrid Model combines rules, Collaborative Filtering and Logistic Regression.</a:t>
            </a:r>
          </a:p>
          <a:p>
            <a:endParaRPr/>
          </a:p>
          <a:p>
            <a:r>
              <a:t>We first build a user-meal interaction matrix. User-based CF asks, “What do users with </a:t>
            </a:r>
            <a:r>
              <a:rPr err="1"/>
              <a:t>behaviour</a:t>
            </a:r>
            <a:r>
              <a:t> similar to mine enjoy?” Item-based CF asks, “Is this candidate </a:t>
            </a:r>
            <a:r>
              <a:rPr err="1"/>
              <a:t>behaviourally</a:t>
            </a:r>
            <a:r>
              <a:t> similar to meals I liked?”</a:t>
            </a:r>
          </a:p>
          <a:p>
            <a:endParaRPr/>
          </a:p>
          <a:p>
            <a:r>
              <a:t>Both CF scores become Logistic Regression features. Other features include cuisine match, spice compatibility, price, location, meal time, ratings and repetition.</a:t>
            </a:r>
          </a:p>
          <a:p>
            <a:endParaRPr/>
          </a:p>
          <a:p>
            <a:r>
              <a:t>Logistic Regression learns the importance of these features and estimates the probability that the user will accept each valid candidate. We therefore avoid guessing a fixed CF-to-LR ratio.</a:t>
            </a:r>
          </a:p>
          <a:p>
            <a:endParaRPr/>
          </a:p>
          <a:p>
            <a:r>
              <a:t>For a new user or meal, CF may be unavailable. Availability flags identify missing scores, so the model falls back to preferences, context, seed data and rules. Missing CF data is not treated as dislike.</a:t>
            </a:r>
          </a:p>
          <a:p>
            <a:endParaRPr/>
          </a:p>
          <a:p>
            <a:r>
              <a:t>Verified evidence and strong positive model contributions become reason codes. The Agent explains these codes but cannot invent evidence.</a:t>
            </a:r>
          </a:p>
          <a:p>
            <a:endParaRPr/>
          </a:p>
          <a:p>
            <a:r>
              <a:t>We will evaluate the classifier with a confusion matrix, precision, recall, F1 and ROC-AUC. Any simulated prototype data will be disclosed.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err="1"/>
              <a:t>FoodMind</a:t>
            </a:r>
            <a:r>
              <a:t> has three AI entry points: recommendation, cooking and platform exploration.</a:t>
            </a:r>
          </a:p>
          <a:p>
            <a:endParaRPr/>
          </a:p>
          <a:p>
            <a:r>
              <a:t>The Recommendation Agent calls retrieval, filtering and ranking tools, then explains the result. The Cooking Planner Agent uses ingredients, time, budget and dietary rules to retrieve a seed recipe and produce practical steps.</a:t>
            </a:r>
          </a:p>
          <a:p>
            <a:endParaRPr/>
          </a:p>
          <a:p>
            <a:r>
              <a:t>The independent Chatbot uses three Agents. Its Orchestrator delegates to the Platform Search Agent or Content Summary Agent. They search, </a:t>
            </a:r>
            <a:r>
              <a:rPr err="1"/>
              <a:t>summarise</a:t>
            </a:r>
            <a:r>
              <a:t> or compare </a:t>
            </a:r>
            <a:r>
              <a:rPr err="1"/>
              <a:t>authorised</a:t>
            </a:r>
            <a:r>
              <a:t> Meal Notes, Food Products and Places while keeping source references.</a:t>
            </a:r>
          </a:p>
          <a:p>
            <a:endParaRPr/>
          </a:p>
          <a:p>
            <a:r>
              <a:rPr err="1"/>
              <a:t>LangGraph</a:t>
            </a:r>
            <a:r>
              <a:t> manages state, routing, timeouts and traces. Agents use only allow-listed tools, cannot access PostgreSQL directly and cannot cross into another AI workflow. This keeps the system controlled and testable.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072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onemap.gov.sg/" TargetMode="Externa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286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960120"/>
            <a:ext cx="10515600" cy="923330"/>
          </a:xfrm>
          <a:prstGeom prst="rect">
            <a:avLst/>
          </a:prstGeom>
          <a:noFill/>
        </p:spPr>
        <p:txBody>
          <a:bodyPr wrap="square" lIns="0" tIns="0" rIns="0" bIns="0" anchor="t">
            <a:spAutoFit/>
          </a:bodyPr>
          <a:lstStyle/>
          <a:p>
            <a:pPr algn="l">
              <a:lnSpc>
                <a:spcPct val="100000"/>
              </a:lnSpc>
              <a:spcBef>
                <a:spcPts val="0"/>
              </a:spcBef>
              <a:spcAft>
                <a:spcPts val="600"/>
              </a:spcAft>
            </a:pPr>
            <a:r>
              <a:rPr sz="6000" b="1" i="0" dirty="0">
                <a:solidFill>
                  <a:srgbClr val="1F2937"/>
                </a:solidFill>
                <a:latin typeface="Calibri"/>
              </a:rPr>
              <a:t>FoodMind</a:t>
            </a:r>
            <a:endParaRPr lang="en-US" sz="6000" b="1" dirty="0">
              <a:solidFill>
                <a:srgbClr val="1F2937"/>
              </a:solidFill>
              <a:latin typeface="Calibri"/>
            </a:endParaRPr>
          </a:p>
        </p:txBody>
      </p:sp>
      <p:sp>
        <p:nvSpPr>
          <p:cNvPr id="5" name="TextBox 4"/>
          <p:cNvSpPr txBox="1"/>
          <p:nvPr/>
        </p:nvSpPr>
        <p:spPr>
          <a:xfrm>
            <a:off x="850392" y="2148840"/>
            <a:ext cx="10515600" cy="640080"/>
          </a:xfrm>
          <a:prstGeom prst="rect">
            <a:avLst/>
          </a:prstGeom>
          <a:noFill/>
        </p:spPr>
        <p:txBody>
          <a:bodyPr wrap="square" lIns="0" tIns="0" rIns="0" bIns="0" anchor="t">
            <a:spAutoFit/>
          </a:bodyPr>
          <a:lstStyle/>
          <a:p>
            <a:pPr algn="l">
              <a:lnSpc>
                <a:spcPct val="100000"/>
              </a:lnSpc>
              <a:spcBef>
                <a:spcPts val="0"/>
              </a:spcBef>
              <a:spcAft>
                <a:spcPts val="600"/>
              </a:spcAft>
            </a:pPr>
            <a:r>
              <a:rPr sz="2400" b="1" i="0">
                <a:solidFill>
                  <a:srgbClr val="C44607"/>
                </a:solidFill>
                <a:latin typeface="Calibri"/>
              </a:rPr>
              <a:t>Personalized food decision support</a:t>
            </a:r>
          </a:p>
        </p:txBody>
      </p:sp>
      <p:sp>
        <p:nvSpPr>
          <p:cNvPr id="6" name="TextBox 5"/>
          <p:cNvSpPr txBox="1"/>
          <p:nvPr/>
        </p:nvSpPr>
        <p:spPr>
          <a:xfrm>
            <a:off x="850392" y="2743200"/>
            <a:ext cx="1051560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0" i="0">
                <a:solidFill>
                  <a:srgbClr val="5B6472"/>
                </a:solidFill>
                <a:latin typeface="Calibri"/>
              </a:rPr>
              <a:t>AD Project  ·  Team 5  ·  Final Project Presentation</a:t>
            </a:r>
          </a:p>
        </p:txBody>
      </p:sp>
      <p:sp>
        <p:nvSpPr>
          <p:cNvPr id="7" name="TextBox 6"/>
          <p:cNvSpPr txBox="1"/>
          <p:nvPr/>
        </p:nvSpPr>
        <p:spPr>
          <a:xfrm>
            <a:off x="822960" y="365760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Chen Yaqi</a:t>
            </a:r>
            <a:r>
              <a:rPr sz="1400" b="0" i="0" dirty="0">
                <a:solidFill>
                  <a:srgbClr val="5B6472"/>
                </a:solidFill>
                <a:latin typeface="Calibri"/>
              </a:rPr>
              <a:t>   A0335050U</a:t>
            </a:r>
          </a:p>
        </p:txBody>
      </p:sp>
      <p:sp>
        <p:nvSpPr>
          <p:cNvPr id="8" name="TextBox 7"/>
          <p:cNvSpPr txBox="1"/>
          <p:nvPr/>
        </p:nvSpPr>
        <p:spPr>
          <a:xfrm>
            <a:off x="822960" y="429768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Wu Aomo</a:t>
            </a:r>
            <a:r>
              <a:rPr sz="1400" b="0" i="0">
                <a:solidFill>
                  <a:srgbClr val="5B6472"/>
                </a:solidFill>
                <a:latin typeface="Calibri"/>
              </a:rPr>
              <a:t>   A0335088X</a:t>
            </a:r>
          </a:p>
        </p:txBody>
      </p:sp>
      <p:sp>
        <p:nvSpPr>
          <p:cNvPr id="9" name="TextBox 8"/>
          <p:cNvSpPr txBox="1"/>
          <p:nvPr/>
        </p:nvSpPr>
        <p:spPr>
          <a:xfrm>
            <a:off x="822960" y="493776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Huang Qijun</a:t>
            </a:r>
            <a:r>
              <a:rPr sz="1400" b="0" i="0">
                <a:solidFill>
                  <a:srgbClr val="5B6472"/>
                </a:solidFill>
                <a:latin typeface="Calibri"/>
              </a:rPr>
              <a:t>   A0335061N</a:t>
            </a:r>
          </a:p>
        </p:txBody>
      </p:sp>
      <p:sp>
        <p:nvSpPr>
          <p:cNvPr id="10" name="TextBox 9"/>
          <p:cNvSpPr txBox="1"/>
          <p:nvPr/>
        </p:nvSpPr>
        <p:spPr>
          <a:xfrm>
            <a:off x="822960" y="557784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Luo Yuxiang</a:t>
            </a:r>
            <a:r>
              <a:rPr sz="1400" b="0" i="0">
                <a:solidFill>
                  <a:srgbClr val="5B6472"/>
                </a:solidFill>
                <a:latin typeface="Calibri"/>
              </a:rPr>
              <a:t>   A0335071M</a:t>
            </a:r>
          </a:p>
        </p:txBody>
      </p:sp>
      <p:sp>
        <p:nvSpPr>
          <p:cNvPr id="11" name="TextBox 10"/>
          <p:cNvSpPr txBox="1"/>
          <p:nvPr/>
        </p:nvSpPr>
        <p:spPr>
          <a:xfrm>
            <a:off x="4023360" y="365760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Lei Tianyou</a:t>
            </a:r>
            <a:r>
              <a:rPr sz="1400" b="0" i="0" dirty="0">
                <a:solidFill>
                  <a:srgbClr val="5B6472"/>
                </a:solidFill>
                <a:latin typeface="Calibri"/>
              </a:rPr>
              <a:t>   A0335067A</a:t>
            </a:r>
          </a:p>
        </p:txBody>
      </p:sp>
      <p:sp>
        <p:nvSpPr>
          <p:cNvPr id="12" name="TextBox 11"/>
          <p:cNvSpPr txBox="1"/>
          <p:nvPr/>
        </p:nvSpPr>
        <p:spPr>
          <a:xfrm>
            <a:off x="4023360" y="429768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Chen Chen</a:t>
            </a:r>
            <a:r>
              <a:rPr sz="1400" b="0" i="0">
                <a:solidFill>
                  <a:srgbClr val="5B6472"/>
                </a:solidFill>
                <a:latin typeface="Calibri"/>
              </a:rPr>
              <a:t>   A0335082J</a:t>
            </a:r>
          </a:p>
        </p:txBody>
      </p:sp>
      <p:sp>
        <p:nvSpPr>
          <p:cNvPr id="13" name="TextBox 12"/>
          <p:cNvSpPr txBox="1"/>
          <p:nvPr/>
        </p:nvSpPr>
        <p:spPr>
          <a:xfrm>
            <a:off x="4023360" y="493776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Deng Yunke</a:t>
            </a:r>
            <a:r>
              <a:rPr sz="1400" b="0" i="0">
                <a:solidFill>
                  <a:srgbClr val="5B6472"/>
                </a:solidFill>
                <a:latin typeface="Calibri"/>
              </a:rPr>
              <a:t>   A0335081L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AE3A6F3-EB24-B279-DA3F-2DCFA35BF86B}"/>
              </a:ext>
            </a:extLst>
          </p:cNvPr>
          <p:cNvSpPr txBox="1"/>
          <p:nvPr/>
        </p:nvSpPr>
        <p:spPr>
          <a:xfrm>
            <a:off x="502920" y="347472"/>
            <a:ext cx="10515600" cy="415498"/>
          </a:xfrm>
          <a:prstGeom prst="rect">
            <a:avLst/>
          </a:prstGeom>
          <a:noFill/>
        </p:spPr>
        <p:txBody>
          <a:bodyPr wrap="square" lIns="0" tIns="0" rIns="0" bIns="0" anchor="t">
            <a:spAutoFit/>
          </a:bodyPr>
          <a:lstStyle/>
          <a:p>
            <a:pPr algn="l">
              <a:lnSpc>
                <a:spcPct val="100000"/>
              </a:lnSpc>
              <a:spcBef>
                <a:spcPts val="0"/>
              </a:spcBef>
              <a:spcAft>
                <a:spcPts val="600"/>
              </a:spcAft>
            </a:pPr>
            <a:r>
              <a:rPr lang="en-SG" sz="2700" b="1" i="0" dirty="0">
                <a:solidFill>
                  <a:srgbClr val="1F2937"/>
                </a:solidFill>
                <a:latin typeface="Calibri"/>
              </a:rPr>
              <a:t>Team Members Contribution Report</a:t>
            </a:r>
            <a:endParaRPr sz="2700" b="1" i="0" dirty="0">
              <a:solidFill>
                <a:srgbClr val="1F2937"/>
              </a:solidFill>
              <a:latin typeface="Calibri"/>
            </a:endParaRPr>
          </a:p>
        </p:txBody>
      </p:sp>
      <p:grpSp>
        <p:nvGrpSpPr>
          <p:cNvPr id="18" name="组合 17">
            <a:extLst>
              <a:ext uri="{FF2B5EF4-FFF2-40B4-BE49-F238E27FC236}">
                <a16:creationId xmlns:a16="http://schemas.microsoft.com/office/drawing/2014/main" id="{DC6E6795-305C-3F8F-3222-1C5F794834BD}"/>
              </a:ext>
            </a:extLst>
          </p:cNvPr>
          <p:cNvGrpSpPr/>
          <p:nvPr/>
        </p:nvGrpSpPr>
        <p:grpSpPr>
          <a:xfrm>
            <a:off x="502920" y="1280160"/>
            <a:ext cx="10832683" cy="4297680"/>
            <a:chOff x="679658" y="1323832"/>
            <a:chExt cx="10832683" cy="4297680"/>
          </a:xfrm>
        </p:grpSpPr>
        <p:sp>
          <p:nvSpPr>
            <p:cNvPr id="5" name="TextBox 6">
              <a:extLst>
                <a:ext uri="{FF2B5EF4-FFF2-40B4-BE49-F238E27FC236}">
                  <a16:creationId xmlns:a16="http://schemas.microsoft.com/office/drawing/2014/main" id="{77E9DB94-A254-C999-E43F-C79B44E43FE1}"/>
                </a:ext>
              </a:extLst>
            </p:cNvPr>
            <p:cNvSpPr txBox="1"/>
            <p:nvPr/>
          </p:nvSpPr>
          <p:spPr>
            <a:xfrm>
              <a:off x="679659" y="1323832"/>
              <a:ext cx="3017520" cy="538609"/>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Chen </a:t>
              </a:r>
              <a:r>
                <a:rPr sz="1600" b="1" i="0">
                  <a:solidFill>
                    <a:srgbClr val="1F2937"/>
                  </a:solidFill>
                  <a:latin typeface="Calibri"/>
                </a:rPr>
                <a:t>Yaqi</a:t>
              </a:r>
              <a:r>
                <a:rPr sz="1400" b="0" i="0">
                  <a:solidFill>
                    <a:srgbClr val="5B6472"/>
                  </a:solidFill>
                  <a:latin typeface="Calibri"/>
                </a:rPr>
                <a:t>   A0335050U</a:t>
              </a:r>
              <a:endParaRPr lang="en-SG" sz="1400" b="0" i="0" dirty="0">
                <a:solidFill>
                  <a:srgbClr val="5B6472"/>
                </a:solidFill>
                <a:latin typeface="Calibri"/>
              </a:endParaRPr>
            </a:p>
            <a:p>
              <a:pPr algn="l">
                <a:lnSpc>
                  <a:spcPct val="100000"/>
                </a:lnSpc>
                <a:spcBef>
                  <a:spcPts val="0"/>
                </a:spcBef>
                <a:spcAft>
                  <a:spcPts val="600"/>
                </a:spcAft>
              </a:pPr>
              <a:r>
                <a:rPr lang="en-SG" sz="1400" b="0" i="0" dirty="0">
                  <a:solidFill>
                    <a:srgbClr val="5B6472"/>
                  </a:solidFill>
                  <a:latin typeface="Calibri"/>
                </a:rPr>
                <a:t>Backend, Web</a:t>
              </a:r>
              <a:endParaRPr sz="1400" b="0" i="0" dirty="0">
                <a:solidFill>
                  <a:srgbClr val="5B6472"/>
                </a:solidFill>
                <a:latin typeface="Calibri"/>
              </a:endParaRPr>
            </a:p>
          </p:txBody>
        </p:sp>
        <p:sp>
          <p:nvSpPr>
            <p:cNvPr id="7" name="TextBox 7">
              <a:extLst>
                <a:ext uri="{FF2B5EF4-FFF2-40B4-BE49-F238E27FC236}">
                  <a16:creationId xmlns:a16="http://schemas.microsoft.com/office/drawing/2014/main" id="{82E1015C-46D5-4704-C500-8DAA5D8D17CC}"/>
                </a:ext>
              </a:extLst>
            </p:cNvPr>
            <p:cNvSpPr txBox="1"/>
            <p:nvPr/>
          </p:nvSpPr>
          <p:spPr>
            <a:xfrm>
              <a:off x="679659" y="1963912"/>
              <a:ext cx="3017520" cy="538609"/>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Wu Aomo</a:t>
              </a:r>
              <a:r>
                <a:rPr sz="1400" b="0" i="0" dirty="0">
                  <a:solidFill>
                    <a:srgbClr val="5B6472"/>
                  </a:solidFill>
                  <a:latin typeface="Calibri"/>
                </a:rPr>
                <a:t>   A0335088X</a:t>
              </a:r>
              <a:endParaRPr lang="en-SG" sz="1400" b="0" i="0" dirty="0">
                <a:solidFill>
                  <a:srgbClr val="5B6472"/>
                </a:solidFill>
                <a:latin typeface="Calibri"/>
              </a:endParaRPr>
            </a:p>
            <a:p>
              <a:pPr algn="l">
                <a:lnSpc>
                  <a:spcPct val="100000"/>
                </a:lnSpc>
                <a:spcBef>
                  <a:spcPts val="0"/>
                </a:spcBef>
                <a:spcAft>
                  <a:spcPts val="600"/>
                </a:spcAft>
              </a:pPr>
              <a:r>
                <a:rPr lang="en-SG" sz="1400" dirty="0">
                  <a:solidFill>
                    <a:srgbClr val="5B6472"/>
                  </a:solidFill>
                  <a:latin typeface="Calibri"/>
                </a:rPr>
                <a:t>ML building and training</a:t>
              </a:r>
              <a:endParaRPr sz="1400" b="0" i="0" dirty="0">
                <a:solidFill>
                  <a:srgbClr val="5B6472"/>
                </a:solidFill>
                <a:latin typeface="Calibri"/>
              </a:endParaRPr>
            </a:p>
          </p:txBody>
        </p:sp>
        <p:sp>
          <p:nvSpPr>
            <p:cNvPr id="9" name="TextBox 8">
              <a:extLst>
                <a:ext uri="{FF2B5EF4-FFF2-40B4-BE49-F238E27FC236}">
                  <a16:creationId xmlns:a16="http://schemas.microsoft.com/office/drawing/2014/main" id="{8B648587-017C-992F-307C-40313641FB47}"/>
                </a:ext>
              </a:extLst>
            </p:cNvPr>
            <p:cNvSpPr txBox="1"/>
            <p:nvPr/>
          </p:nvSpPr>
          <p:spPr>
            <a:xfrm>
              <a:off x="679659" y="2603992"/>
              <a:ext cx="3017520" cy="538609"/>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Huang </a:t>
              </a:r>
              <a:r>
                <a:rPr sz="1600" b="1" i="0" dirty="0" err="1">
                  <a:solidFill>
                    <a:srgbClr val="1F2937"/>
                  </a:solidFill>
                  <a:latin typeface="Calibri"/>
                </a:rPr>
                <a:t>Qijun</a:t>
              </a:r>
              <a:r>
                <a:rPr sz="1400" b="0" i="0" dirty="0">
                  <a:solidFill>
                    <a:srgbClr val="5B6472"/>
                  </a:solidFill>
                  <a:latin typeface="Calibri"/>
                </a:rPr>
                <a:t>   A0335061N</a:t>
              </a:r>
              <a:endParaRPr lang="en-SG" sz="1400" b="0" i="0" dirty="0">
                <a:solidFill>
                  <a:srgbClr val="5B6472"/>
                </a:solidFill>
                <a:latin typeface="Calibri"/>
              </a:endParaRPr>
            </a:p>
            <a:p>
              <a:pPr algn="l">
                <a:lnSpc>
                  <a:spcPct val="100000"/>
                </a:lnSpc>
                <a:spcBef>
                  <a:spcPts val="0"/>
                </a:spcBef>
                <a:spcAft>
                  <a:spcPts val="600"/>
                </a:spcAft>
              </a:pPr>
              <a:r>
                <a:rPr lang="en-SG" sz="1400" b="0" i="0" dirty="0">
                  <a:solidFill>
                    <a:srgbClr val="5B6472"/>
                  </a:solidFill>
                  <a:latin typeface="Calibri"/>
                </a:rPr>
                <a:t>Agent – Cooking Planner</a:t>
              </a:r>
              <a:endParaRPr sz="1400" b="0" i="0" dirty="0">
                <a:solidFill>
                  <a:srgbClr val="5B6472"/>
                </a:solidFill>
                <a:latin typeface="Calibri"/>
              </a:endParaRPr>
            </a:p>
          </p:txBody>
        </p:sp>
        <p:sp>
          <p:nvSpPr>
            <p:cNvPr id="11" name="TextBox 9">
              <a:extLst>
                <a:ext uri="{FF2B5EF4-FFF2-40B4-BE49-F238E27FC236}">
                  <a16:creationId xmlns:a16="http://schemas.microsoft.com/office/drawing/2014/main" id="{24CF4980-FF13-CBD6-4A04-895A0E1498A1}"/>
                </a:ext>
              </a:extLst>
            </p:cNvPr>
            <p:cNvSpPr txBox="1"/>
            <p:nvPr/>
          </p:nvSpPr>
          <p:spPr>
            <a:xfrm>
              <a:off x="679659" y="3244072"/>
              <a:ext cx="3017520" cy="538609"/>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Luo Yuxiang</a:t>
              </a:r>
              <a:r>
                <a:rPr sz="1400" b="0" i="0" dirty="0">
                  <a:solidFill>
                    <a:srgbClr val="5B6472"/>
                  </a:solidFill>
                  <a:latin typeface="Calibri"/>
                </a:rPr>
                <a:t>   A0335071M</a:t>
              </a:r>
              <a:endParaRPr lang="en-SG" sz="1400" b="0" i="0" dirty="0">
                <a:solidFill>
                  <a:srgbClr val="5B6472"/>
                </a:solidFill>
                <a:latin typeface="Calibri"/>
              </a:endParaRPr>
            </a:p>
            <a:p>
              <a:pPr algn="l">
                <a:lnSpc>
                  <a:spcPct val="100000"/>
                </a:lnSpc>
                <a:spcBef>
                  <a:spcPts val="0"/>
                </a:spcBef>
                <a:spcAft>
                  <a:spcPts val="600"/>
                </a:spcAft>
              </a:pPr>
              <a:r>
                <a:rPr lang="en-SG" sz="1400" b="0" i="0" dirty="0">
                  <a:solidFill>
                    <a:srgbClr val="5B6472"/>
                  </a:solidFill>
                  <a:latin typeface="Calibri"/>
                </a:rPr>
                <a:t>Android - Chatbot</a:t>
              </a:r>
              <a:endParaRPr sz="1400" b="0" i="0" dirty="0">
                <a:solidFill>
                  <a:srgbClr val="5B6472"/>
                </a:solidFill>
                <a:latin typeface="Calibri"/>
              </a:endParaRPr>
            </a:p>
          </p:txBody>
        </p:sp>
        <p:sp>
          <p:nvSpPr>
            <p:cNvPr id="13" name="TextBox 10">
              <a:extLst>
                <a:ext uri="{FF2B5EF4-FFF2-40B4-BE49-F238E27FC236}">
                  <a16:creationId xmlns:a16="http://schemas.microsoft.com/office/drawing/2014/main" id="{18E01F94-240F-C545-1D56-6A720A4093CF}"/>
                </a:ext>
              </a:extLst>
            </p:cNvPr>
            <p:cNvSpPr txBox="1"/>
            <p:nvPr/>
          </p:nvSpPr>
          <p:spPr>
            <a:xfrm>
              <a:off x="679659" y="4524232"/>
              <a:ext cx="10832682" cy="538609"/>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Lei Tianyou</a:t>
              </a:r>
              <a:r>
                <a:rPr sz="1400" b="0" i="0" dirty="0">
                  <a:solidFill>
                    <a:srgbClr val="5B6472"/>
                  </a:solidFill>
                  <a:latin typeface="Calibri"/>
                </a:rPr>
                <a:t>   A0335067A</a:t>
              </a:r>
              <a:endParaRPr lang="en-SG" sz="1400" b="0" i="0" dirty="0">
                <a:solidFill>
                  <a:srgbClr val="5B6472"/>
                </a:solidFill>
                <a:latin typeface="Calibri"/>
              </a:endParaRPr>
            </a:p>
            <a:p>
              <a:pPr algn="l">
                <a:lnSpc>
                  <a:spcPct val="100000"/>
                </a:lnSpc>
                <a:spcBef>
                  <a:spcPts val="0"/>
                </a:spcBef>
                <a:spcAft>
                  <a:spcPts val="600"/>
                </a:spcAft>
              </a:pPr>
              <a:r>
                <a:rPr lang="en-SG" sz="1400" dirty="0">
                  <a:solidFill>
                    <a:srgbClr val="5B6472"/>
                  </a:solidFill>
                  <a:latin typeface="Calibri"/>
                </a:rPr>
                <a:t>Android - Create Food &amp; Drink; Create Group</a:t>
              </a:r>
              <a:endParaRPr sz="1400" b="0" i="0" dirty="0">
                <a:solidFill>
                  <a:srgbClr val="5B6472"/>
                </a:solidFill>
                <a:latin typeface="Calibri"/>
              </a:endParaRPr>
            </a:p>
          </p:txBody>
        </p:sp>
        <p:sp>
          <p:nvSpPr>
            <p:cNvPr id="15" name="TextBox 11">
              <a:extLst>
                <a:ext uri="{FF2B5EF4-FFF2-40B4-BE49-F238E27FC236}">
                  <a16:creationId xmlns:a16="http://schemas.microsoft.com/office/drawing/2014/main" id="{71AC6D58-731D-4E2F-3CD9-38D7223C7F79}"/>
                </a:ext>
              </a:extLst>
            </p:cNvPr>
            <p:cNvSpPr txBox="1"/>
            <p:nvPr/>
          </p:nvSpPr>
          <p:spPr>
            <a:xfrm>
              <a:off x="679659" y="3884152"/>
              <a:ext cx="10832680" cy="538609"/>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Chen </a:t>
              </a:r>
              <a:r>
                <a:rPr sz="1600" b="1" i="0" dirty="0" err="1">
                  <a:solidFill>
                    <a:srgbClr val="1F2937"/>
                  </a:solidFill>
                  <a:latin typeface="Calibri"/>
                </a:rPr>
                <a:t>Chen</a:t>
              </a:r>
              <a:r>
                <a:rPr sz="1400" b="0" i="0" dirty="0">
                  <a:solidFill>
                    <a:srgbClr val="5B6472"/>
                  </a:solidFill>
                  <a:latin typeface="Calibri"/>
                </a:rPr>
                <a:t>   A0335082J</a:t>
              </a:r>
              <a:endParaRPr lang="en-SG" sz="1400" b="0" i="0" dirty="0">
                <a:solidFill>
                  <a:srgbClr val="5B6472"/>
                </a:solidFill>
                <a:latin typeface="Calibri"/>
              </a:endParaRPr>
            </a:p>
            <a:p>
              <a:pPr algn="l">
                <a:lnSpc>
                  <a:spcPct val="100000"/>
                </a:lnSpc>
                <a:spcBef>
                  <a:spcPts val="0"/>
                </a:spcBef>
                <a:spcAft>
                  <a:spcPts val="600"/>
                </a:spcAft>
              </a:pPr>
              <a:r>
                <a:rPr lang="en-SG" sz="1400" b="0" i="0" dirty="0">
                  <a:solidFill>
                    <a:srgbClr val="5B6472"/>
                  </a:solidFill>
                  <a:latin typeface="Calibri"/>
                </a:rPr>
                <a:t>Android - Manage Profile and Food Preference</a:t>
              </a:r>
              <a:endParaRPr sz="1400" b="0" i="0" dirty="0">
                <a:solidFill>
                  <a:srgbClr val="5B6472"/>
                </a:solidFill>
                <a:latin typeface="Calibri"/>
              </a:endParaRPr>
            </a:p>
          </p:txBody>
        </p:sp>
        <p:sp>
          <p:nvSpPr>
            <p:cNvPr id="17" name="TextBox 12">
              <a:extLst>
                <a:ext uri="{FF2B5EF4-FFF2-40B4-BE49-F238E27FC236}">
                  <a16:creationId xmlns:a16="http://schemas.microsoft.com/office/drawing/2014/main" id="{5D93E625-2CD9-CF83-0DB6-500FAB190205}"/>
                </a:ext>
              </a:extLst>
            </p:cNvPr>
            <p:cNvSpPr txBox="1"/>
            <p:nvPr/>
          </p:nvSpPr>
          <p:spPr>
            <a:xfrm>
              <a:off x="679658" y="5164312"/>
              <a:ext cx="10832681"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dirty="0">
                  <a:solidFill>
                    <a:srgbClr val="1F2937"/>
                  </a:solidFill>
                  <a:latin typeface="Calibri"/>
                </a:rPr>
                <a:t>Deng </a:t>
              </a:r>
              <a:r>
                <a:rPr sz="1600" b="1" i="0" dirty="0" err="1">
                  <a:solidFill>
                    <a:srgbClr val="1F2937"/>
                  </a:solidFill>
                  <a:latin typeface="Calibri"/>
                </a:rPr>
                <a:t>Yunke</a:t>
              </a:r>
              <a:r>
                <a:rPr sz="1400" b="0" i="0" dirty="0">
                  <a:solidFill>
                    <a:srgbClr val="5B6472"/>
                  </a:solidFill>
                  <a:latin typeface="Calibri"/>
                </a:rPr>
                <a:t>   A0335081L</a:t>
              </a:r>
              <a:br>
                <a:rPr lang="en-SG" sz="1400" b="0" i="0" dirty="0">
                  <a:solidFill>
                    <a:srgbClr val="5B6472"/>
                  </a:solidFill>
                  <a:latin typeface="Calibri"/>
                </a:rPr>
              </a:br>
              <a:r>
                <a:rPr lang="en-SG" sz="1400" b="0" i="0" dirty="0">
                  <a:solidFill>
                    <a:srgbClr val="5B6472"/>
                  </a:solidFill>
                  <a:latin typeface="Calibri"/>
                </a:rPr>
                <a:t>Android, </a:t>
              </a:r>
              <a:r>
                <a:rPr lang="en-US" sz="1400" dirty="0">
                  <a:solidFill>
                    <a:srgbClr val="5B6472"/>
                  </a:solidFill>
                  <a:latin typeface="Calibri"/>
                </a:rPr>
                <a:t>Web</a:t>
              </a:r>
              <a:r>
                <a:rPr lang="en-SG" sz="1400" b="0" i="0" dirty="0">
                  <a:solidFill>
                    <a:srgbClr val="5B6472"/>
                  </a:solidFill>
                  <a:latin typeface="Calibri"/>
                </a:rPr>
                <a:t> - Dashboard</a:t>
              </a:r>
              <a:endParaRPr sz="1400" b="0" i="0" dirty="0">
                <a:solidFill>
                  <a:srgbClr val="5B6472"/>
                </a:solidFill>
                <a:latin typeface="Calibri"/>
              </a:endParaRPr>
            </a:p>
          </p:txBody>
        </p:sp>
      </p:grpSp>
      <p:pic>
        <p:nvPicPr>
          <p:cNvPr id="20" name="图形 19">
            <a:extLst>
              <a:ext uri="{FF2B5EF4-FFF2-40B4-BE49-F238E27FC236}">
                <a16:creationId xmlns:a16="http://schemas.microsoft.com/office/drawing/2014/main" id="{8828E857-AA84-38FC-8C86-3A155C80E8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53186" y="762970"/>
            <a:ext cx="9638814" cy="5716041"/>
          </a:xfrm>
          <a:prstGeom prst="rect">
            <a:avLst/>
          </a:prstGeom>
        </p:spPr>
      </p:pic>
    </p:spTree>
    <p:extLst>
      <p:ext uri="{BB962C8B-B14F-4D97-AF65-F5344CB8AC3E}">
        <p14:creationId xmlns:p14="http://schemas.microsoft.com/office/powerpoint/2010/main" val="1509634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8065AE-71FC-456E-9919-3848A3124D0E}"/>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597F7B8-ED7E-421D-805F-2C4C93ADAC18}"/>
              </a:ext>
            </a:extLst>
          </p:cNvPr>
          <p:cNvSpPr>
            <a:spLocks noGrp="1"/>
          </p:cNvSpPr>
          <p:nvPr/>
        </p:nvSpPr>
        <p:spPr>
          <a:xfrm>
            <a:off x="0" y="0"/>
            <a:ext cx="12191695" cy="146304"/>
          </a:xfrm>
          <a:prstGeom prst="rect">
            <a:avLst/>
          </a:prstGeom>
          <a:solidFill>
            <a:srgbClr val="E859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3D8E0DC-8FF4-4F5E-A35D-B744809ED456}"/>
              </a:ext>
            </a:extLst>
          </p:cNvPr>
          <p:cNvSpPr>
            <a:spLocks noGrp="1"/>
          </p:cNvSpPr>
          <p:nvPr/>
        </p:nvSpPr>
        <p:spPr>
          <a:xfrm>
            <a:off x="502920" y="310896"/>
            <a:ext cx="3149837" cy="400110"/>
          </a:xfrm>
          <a:prstGeom prst="rect">
            <a:avLst/>
          </a:prstGeom>
          <a:noFill/>
        </p:spPr>
        <p:txBody>
          <a:bodyPr wrap="none" lIns="0" tIns="0" rIns="0" bIns="0" anchor="t">
            <a:spAutoFit/>
          </a:bodyPr>
          <a:lstStyle/>
          <a:p>
            <a:pPr algn="l">
              <a:spcAft>
                <a:spcPts val="0"/>
              </a:spcAft>
              <a:buNone/>
            </a:pPr>
            <a:r>
              <a:rPr sz="2600" b="1" dirty="0">
                <a:solidFill>
                  <a:srgbClr val="1F2937"/>
                </a:solidFill>
                <a:latin typeface="Calibri"/>
                <a:ea typeface="Calibri"/>
                <a:cs typeface="Calibri"/>
              </a:rPr>
              <a:t>FoodMind Project Tre</a:t>
            </a:r>
            <a:r>
              <a:rPr lang="en-US" sz="2600" b="1" dirty="0">
                <a:solidFill>
                  <a:srgbClr val="1F2937"/>
                </a:solidFill>
                <a:latin typeface="Calibri"/>
                <a:ea typeface="Calibri"/>
                <a:cs typeface="Calibri"/>
              </a:rPr>
              <a:t>e</a:t>
            </a:r>
            <a:endParaRPr sz="2600" b="1" dirty="0">
              <a:solidFill>
                <a:srgbClr val="1F2937"/>
              </a:solidFill>
              <a:latin typeface="Calibri"/>
              <a:ea typeface="Calibri"/>
              <a:cs typeface="Calibri"/>
            </a:endParaRPr>
          </a:p>
        </p:txBody>
      </p:sp>
      <p:sp>
        <p:nvSpPr>
          <p:cNvPr id="5" name="TextBox 4">
            <a:extLst>
              <a:ext uri="{FF2B5EF4-FFF2-40B4-BE49-F238E27FC236}">
                <a16:creationId xmlns:a16="http://schemas.microsoft.com/office/drawing/2014/main" id="{E0BD5E66-E99A-4C71-AAED-0C12767953CE}"/>
              </a:ext>
            </a:extLst>
          </p:cNvPr>
          <p:cNvSpPr>
            <a:spLocks noGrp="1"/>
          </p:cNvSpPr>
          <p:nvPr/>
        </p:nvSpPr>
        <p:spPr>
          <a:xfrm>
            <a:off x="521207" y="896112"/>
            <a:ext cx="11155680" cy="365760"/>
          </a:xfrm>
          <a:prstGeom prst="rect">
            <a:avLst/>
          </a:prstGeom>
          <a:noFill/>
        </p:spPr>
        <p:txBody>
          <a:bodyPr wrap="none" lIns="0" tIns="0" rIns="0" bIns="0" anchor="t">
            <a:spAutoFit/>
          </a:bodyPr>
          <a:lstStyle/>
          <a:p>
            <a:pPr algn="l">
              <a:spcAft>
                <a:spcPts val="0"/>
              </a:spcAft>
              <a:buNone/>
            </a:pPr>
            <a:r>
              <a:rPr sz="1200" b="0">
                <a:solidFill>
                  <a:srgbClr val="6B7280"/>
                </a:solidFill>
                <a:latin typeface="Calibri"/>
                <a:ea typeface="Calibri"/>
                <a:cs typeface="Calibri"/>
              </a:rPr>
              <a:t>Repository map &amp; feature mapping</a:t>
            </a:r>
          </a:p>
        </p:txBody>
      </p:sp>
      <p:sp>
        <p:nvSpPr>
          <p:cNvPr id="7" name="TextBox 6">
            <a:extLst>
              <a:ext uri="{FF2B5EF4-FFF2-40B4-BE49-F238E27FC236}">
                <a16:creationId xmlns:a16="http://schemas.microsoft.com/office/drawing/2014/main" id="{73F71B20-910C-4E09-85D1-606A38B127CF}"/>
              </a:ext>
            </a:extLst>
          </p:cNvPr>
          <p:cNvSpPr>
            <a:spLocks noGrp="1"/>
          </p:cNvSpPr>
          <p:nvPr/>
        </p:nvSpPr>
        <p:spPr>
          <a:xfrm>
            <a:off x="502920" y="1234440"/>
            <a:ext cx="7040880" cy="5394960"/>
          </a:xfrm>
          <a:prstGeom prst="rect">
            <a:avLst/>
          </a:prstGeom>
          <a:noFill/>
        </p:spPr>
        <p:txBody>
          <a:bodyPr wrap="none" lIns="0" tIns="0" rIns="0" bIns="0" anchor="t">
            <a:spAutoFit/>
          </a:bodyPr>
          <a:lstStyle/>
          <a:p>
            <a:pPr algn="l">
              <a:spcAft>
                <a:spcPts val="100"/>
              </a:spcAft>
              <a:buNone/>
            </a:pPr>
            <a:r>
              <a:rPr sz="1000" b="1" dirty="0">
                <a:solidFill>
                  <a:srgbClr val="1F2937"/>
                </a:solidFill>
                <a:latin typeface="Consolas"/>
                <a:ea typeface="Consolas"/>
                <a:cs typeface="Consolas"/>
              </a:rPr>
              <a:t>FoodMind/</a:t>
            </a: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1A73E8"/>
                </a:solidFill>
                <a:latin typeface="Consolas"/>
                <a:ea typeface="Consolas"/>
                <a:cs typeface="Consolas"/>
              </a:rPr>
              <a:t>├─ </a:t>
            </a:r>
            <a:r>
              <a:rPr sz="1000" b="1" dirty="0" err="1">
                <a:solidFill>
                  <a:srgbClr val="1A73E8"/>
                </a:solidFill>
                <a:latin typeface="Consolas"/>
                <a:ea typeface="Consolas"/>
                <a:cs typeface="Consolas"/>
              </a:rPr>
              <a:t>foodmind</a:t>
            </a:r>
            <a:r>
              <a:rPr sz="1000" b="1" dirty="0">
                <a:solidFill>
                  <a:srgbClr val="1A73E8"/>
                </a:solidFill>
                <a:latin typeface="Consolas"/>
                <a:ea typeface="Consolas"/>
                <a:cs typeface="Consolas"/>
              </a:rPr>
              <a:t>-backend/</a:t>
            </a:r>
            <a:r>
              <a:rPr sz="1000" b="0" dirty="0">
                <a:solidFill>
                  <a:srgbClr val="6B7280"/>
                </a:solidFill>
                <a:latin typeface="Consolas"/>
                <a:ea typeface="Consolas"/>
                <a:cs typeface="Consolas"/>
              </a:rPr>
              <a:t>  public API · permissions · business rules · data</a:t>
            </a:r>
          </a:p>
          <a:p>
            <a:pPr algn="l">
              <a:spcAft>
                <a:spcPts val="100"/>
              </a:spcAft>
              <a:buNone/>
            </a:pPr>
            <a:r>
              <a:rPr sz="1000" b="0" dirty="0">
                <a:solidFill>
                  <a:srgbClr val="1F2937"/>
                </a:solidFill>
                <a:latin typeface="Consolas"/>
                <a:ea typeface="Consolas"/>
                <a:cs typeface="Consolas"/>
              </a:rPr>
              <a:t>│  ├─ </a:t>
            </a:r>
            <a:r>
              <a:rPr sz="1000" b="0" dirty="0" err="1">
                <a:solidFill>
                  <a:srgbClr val="1F2937"/>
                </a:solidFill>
                <a:latin typeface="Consolas"/>
                <a:ea typeface="Consolas"/>
                <a:cs typeface="Consolas"/>
              </a:rPr>
              <a:t>src</a:t>
            </a:r>
            <a:r>
              <a:rPr sz="1000" b="0" dirty="0">
                <a:solidFill>
                  <a:srgbClr val="1F2937"/>
                </a:solidFill>
                <a:latin typeface="Consolas"/>
                <a:ea typeface="Consolas"/>
                <a:cs typeface="Consolas"/>
              </a:rPr>
              <a:t>/ … auth · user · catalog · record · group</a:t>
            </a:r>
          </a:p>
          <a:p>
            <a:pPr algn="l">
              <a:spcAft>
                <a:spcPts val="100"/>
              </a:spcAft>
              <a:buNone/>
            </a:pPr>
            <a:r>
              <a:rPr sz="1000" b="0" dirty="0">
                <a:solidFill>
                  <a:srgbClr val="1F2937"/>
                </a:solidFill>
                <a:latin typeface="Consolas"/>
                <a:ea typeface="Consolas"/>
                <a:cs typeface="Consolas"/>
              </a:rPr>
              <a:t>│  │      search · chat · recommendation · cooking</a:t>
            </a:r>
          </a:p>
          <a:p>
            <a:pPr algn="l">
              <a:spcAft>
                <a:spcPts val="100"/>
              </a:spcAft>
              <a:buNone/>
            </a:pPr>
            <a:r>
              <a:rPr sz="1000" b="0" dirty="0">
                <a:solidFill>
                  <a:srgbClr val="1F2937"/>
                </a:solidFill>
                <a:latin typeface="Consolas"/>
                <a:ea typeface="Consolas"/>
                <a:cs typeface="Consolas"/>
              </a:rPr>
              <a:t>│  │      analytics · </a:t>
            </a:r>
            <a:r>
              <a:rPr sz="1000" b="0" dirty="0" err="1">
                <a:solidFill>
                  <a:srgbClr val="1F2937"/>
                </a:solidFill>
                <a:latin typeface="Consolas"/>
                <a:ea typeface="Consolas"/>
                <a:cs typeface="Consolas"/>
              </a:rPr>
              <a:t>wanttotry</a:t>
            </a:r>
            <a:r>
              <a:rPr sz="1000" b="0" dirty="0">
                <a:solidFill>
                  <a:srgbClr val="1F2937"/>
                </a:solidFill>
                <a:latin typeface="Consolas"/>
                <a:ea typeface="Consolas"/>
                <a:cs typeface="Consolas"/>
              </a:rPr>
              <a:t> · media</a:t>
            </a:r>
          </a:p>
          <a:p>
            <a:pPr algn="l">
              <a:spcAft>
                <a:spcPts val="100"/>
              </a:spcAft>
              <a:buNone/>
            </a:pPr>
            <a:r>
              <a:rPr sz="1000" b="0" dirty="0">
                <a:solidFill>
                  <a:srgbClr val="1F2937"/>
                </a:solidFill>
                <a:latin typeface="Consolas"/>
                <a:ea typeface="Consolas"/>
                <a:cs typeface="Consolas"/>
              </a:rPr>
              <a:t>│  ├─ resources/</a:t>
            </a:r>
            <a:r>
              <a:rPr sz="1000" b="0" dirty="0" err="1">
                <a:solidFill>
                  <a:srgbClr val="1F2937"/>
                </a:solidFill>
                <a:latin typeface="Consolas"/>
                <a:ea typeface="Consolas"/>
                <a:cs typeface="Consolas"/>
              </a:rPr>
              <a:t>db</a:t>
            </a:r>
            <a:r>
              <a:rPr sz="1000" b="0" dirty="0">
                <a:solidFill>
                  <a:srgbClr val="1F2937"/>
                </a:solidFill>
                <a:latin typeface="Consolas"/>
                <a:ea typeface="Consolas"/>
                <a:cs typeface="Consolas"/>
              </a:rPr>
              <a:t>/migration/   (Flyway V1–V12)</a:t>
            </a:r>
          </a:p>
          <a:p>
            <a:pPr algn="l">
              <a:spcAft>
                <a:spcPts val="100"/>
              </a:spcAft>
              <a:buNone/>
            </a:pPr>
            <a:r>
              <a:rPr sz="1000" b="0" dirty="0">
                <a:solidFill>
                  <a:srgbClr val="1F2937"/>
                </a:solidFill>
                <a:latin typeface="Consolas"/>
                <a:ea typeface="Consolas"/>
                <a:cs typeface="Consolas"/>
              </a:rPr>
              <a:t>│  └─ docs/   (architecture · ERD · </a:t>
            </a:r>
            <a:r>
              <a:rPr sz="1000" b="0" dirty="0" err="1">
                <a:solidFill>
                  <a:srgbClr val="1F2937"/>
                </a:solidFill>
                <a:latin typeface="Consolas"/>
                <a:ea typeface="Consolas"/>
                <a:cs typeface="Consolas"/>
              </a:rPr>
              <a:t>api</a:t>
            </a:r>
            <a:r>
              <a:rPr sz="1000" b="0" dirty="0">
                <a:solidFill>
                  <a:srgbClr val="1F2937"/>
                </a:solidFill>
                <a:latin typeface="Consolas"/>
                <a:ea typeface="Consolas"/>
                <a:cs typeface="Consolas"/>
              </a:rPr>
              <a:t>)</a:t>
            </a: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0F9D8F"/>
                </a:solidFill>
                <a:latin typeface="Consolas"/>
                <a:ea typeface="Consolas"/>
                <a:cs typeface="Consolas"/>
              </a:rPr>
              <a:t>├─ </a:t>
            </a:r>
            <a:r>
              <a:rPr sz="1000" b="1" dirty="0" err="1">
                <a:solidFill>
                  <a:srgbClr val="0F9D8F"/>
                </a:solidFill>
                <a:latin typeface="Consolas"/>
                <a:ea typeface="Consolas"/>
                <a:cs typeface="Consolas"/>
              </a:rPr>
              <a:t>foodmind</a:t>
            </a:r>
            <a:r>
              <a:rPr sz="1000" b="1" dirty="0">
                <a:solidFill>
                  <a:srgbClr val="0F9D8F"/>
                </a:solidFill>
                <a:latin typeface="Consolas"/>
                <a:ea typeface="Consolas"/>
                <a:cs typeface="Consolas"/>
              </a:rPr>
              <a:t>-web/</a:t>
            </a:r>
            <a:r>
              <a:rPr sz="1000" b="0" dirty="0">
                <a:solidFill>
                  <a:srgbClr val="6B7280"/>
                </a:solidFill>
                <a:latin typeface="Consolas"/>
                <a:ea typeface="Consolas"/>
                <a:cs typeface="Consolas"/>
              </a:rPr>
              <a:t>  React client (Web)</a:t>
            </a:r>
          </a:p>
          <a:p>
            <a:pPr algn="l">
              <a:spcAft>
                <a:spcPts val="100"/>
              </a:spcAft>
              <a:buNone/>
            </a:pPr>
            <a:r>
              <a:rPr sz="1000" b="0" dirty="0">
                <a:solidFill>
                  <a:srgbClr val="1F2937"/>
                </a:solidFill>
                <a:latin typeface="Consolas"/>
                <a:ea typeface="Consolas"/>
                <a:cs typeface="Consolas"/>
              </a:rPr>
              <a:t>│  ├─ </a:t>
            </a:r>
            <a:r>
              <a:rPr sz="1000" b="0" dirty="0" err="1">
                <a:solidFill>
                  <a:srgbClr val="1F2937"/>
                </a:solidFill>
                <a:latin typeface="Consolas"/>
                <a:ea typeface="Consolas"/>
                <a:cs typeface="Consolas"/>
              </a:rPr>
              <a:t>src</a:t>
            </a:r>
            <a:r>
              <a:rPr sz="1000" b="0" dirty="0">
                <a:solidFill>
                  <a:srgbClr val="1F2937"/>
                </a:solidFill>
                <a:latin typeface="Consolas"/>
                <a:ea typeface="Consolas"/>
                <a:cs typeface="Consolas"/>
              </a:rPr>
              <a:t>/routes/   Home · Chat · Cooking · Analytics</a:t>
            </a:r>
          </a:p>
          <a:p>
            <a:pPr algn="l">
              <a:spcAft>
                <a:spcPts val="100"/>
              </a:spcAft>
              <a:buNone/>
            </a:pPr>
            <a:r>
              <a:rPr sz="1000" b="0" dirty="0">
                <a:solidFill>
                  <a:srgbClr val="1F2937"/>
                </a:solidFill>
                <a:latin typeface="Consolas"/>
                <a:ea typeface="Consolas"/>
                <a:cs typeface="Consolas"/>
              </a:rPr>
              <a:t>│  │      Record · Inventory · Group · Explore · Recipe</a:t>
            </a:r>
          </a:p>
          <a:p>
            <a:pPr algn="l">
              <a:spcAft>
                <a:spcPts val="100"/>
              </a:spcAft>
              <a:buNone/>
            </a:pPr>
            <a:r>
              <a:rPr sz="1000" b="0" dirty="0">
                <a:solidFill>
                  <a:srgbClr val="1F2937"/>
                </a:solidFill>
                <a:latin typeface="Consolas"/>
                <a:ea typeface="Consolas"/>
                <a:cs typeface="Consolas"/>
              </a:rPr>
              <a:t>│  └─ </a:t>
            </a:r>
            <a:r>
              <a:rPr sz="1000" b="0" dirty="0" err="1">
                <a:solidFill>
                  <a:srgbClr val="1F2937"/>
                </a:solidFill>
                <a:latin typeface="Consolas"/>
                <a:ea typeface="Consolas"/>
                <a:cs typeface="Consolas"/>
              </a:rPr>
              <a:t>src</a:t>
            </a:r>
            <a:r>
              <a:rPr sz="1000" b="0" dirty="0">
                <a:solidFill>
                  <a:srgbClr val="1F2937"/>
                </a:solidFill>
                <a:latin typeface="Consolas"/>
                <a:ea typeface="Consolas"/>
                <a:cs typeface="Consolas"/>
              </a:rPr>
              <a:t>/lib/</a:t>
            </a:r>
            <a:r>
              <a:rPr sz="1000" b="0" dirty="0" err="1">
                <a:solidFill>
                  <a:srgbClr val="1F2937"/>
                </a:solidFill>
                <a:latin typeface="Consolas"/>
                <a:ea typeface="Consolas"/>
                <a:cs typeface="Consolas"/>
              </a:rPr>
              <a:t>api</a:t>
            </a:r>
            <a:r>
              <a:rPr sz="1000" b="0" dirty="0">
                <a:solidFill>
                  <a:srgbClr val="1F2937"/>
                </a:solidFill>
                <a:latin typeface="Consolas"/>
                <a:ea typeface="Consolas"/>
                <a:cs typeface="Consolas"/>
              </a:rPr>
              <a:t>/   (generated API client)</a:t>
            </a: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188038"/>
                </a:solidFill>
                <a:latin typeface="Consolas"/>
                <a:ea typeface="Consolas"/>
                <a:cs typeface="Consolas"/>
              </a:rPr>
              <a:t>├─ </a:t>
            </a:r>
            <a:r>
              <a:rPr sz="1000" b="1" dirty="0" err="1">
                <a:solidFill>
                  <a:srgbClr val="188038"/>
                </a:solidFill>
                <a:latin typeface="Consolas"/>
                <a:ea typeface="Consolas"/>
                <a:cs typeface="Consolas"/>
              </a:rPr>
              <a:t>foodmind</a:t>
            </a:r>
            <a:r>
              <a:rPr sz="1000" b="1" dirty="0">
                <a:solidFill>
                  <a:srgbClr val="188038"/>
                </a:solidFill>
                <a:latin typeface="Consolas"/>
                <a:ea typeface="Consolas"/>
                <a:cs typeface="Consolas"/>
              </a:rPr>
              <a:t>-android/</a:t>
            </a:r>
            <a:r>
              <a:rPr sz="1000" b="0" dirty="0">
                <a:solidFill>
                  <a:srgbClr val="6B7280"/>
                </a:solidFill>
                <a:latin typeface="Consolas"/>
                <a:ea typeface="Consolas"/>
                <a:cs typeface="Consolas"/>
              </a:rPr>
              <a:t>  Kotlin/Compose client (Android)</a:t>
            </a:r>
          </a:p>
          <a:p>
            <a:pPr algn="l">
              <a:spcAft>
                <a:spcPts val="100"/>
              </a:spcAft>
              <a:buNone/>
            </a:pPr>
            <a:r>
              <a:rPr sz="1000" b="0" dirty="0">
                <a:solidFill>
                  <a:srgbClr val="1F2937"/>
                </a:solidFill>
                <a:latin typeface="Consolas"/>
                <a:ea typeface="Consolas"/>
                <a:cs typeface="Consolas"/>
              </a:rPr>
              <a:t>│  └─ app/</a:t>
            </a:r>
            <a:r>
              <a:rPr sz="1000" b="0" dirty="0" err="1">
                <a:solidFill>
                  <a:srgbClr val="1F2937"/>
                </a:solidFill>
                <a:latin typeface="Consolas"/>
                <a:ea typeface="Consolas"/>
                <a:cs typeface="Consolas"/>
              </a:rPr>
              <a:t>src</a:t>
            </a:r>
            <a:r>
              <a:rPr sz="1000" b="0" dirty="0">
                <a:solidFill>
                  <a:srgbClr val="1F2937"/>
                </a:solidFill>
                <a:latin typeface="Consolas"/>
                <a:ea typeface="Consolas"/>
                <a:cs typeface="Consolas"/>
              </a:rPr>
              <a:t>/…   Main · Login · Profile · History · Groups</a:t>
            </a:r>
          </a:p>
          <a:p>
            <a:pPr algn="l">
              <a:spcAft>
                <a:spcPts val="100"/>
              </a:spcAft>
              <a:buNone/>
            </a:pPr>
            <a:r>
              <a:rPr sz="1000" b="0" dirty="0">
                <a:solidFill>
                  <a:srgbClr val="1F2937"/>
                </a:solidFill>
                <a:latin typeface="Consolas"/>
                <a:ea typeface="Consolas"/>
                <a:cs typeface="Consolas"/>
              </a:rPr>
              <a:t>│        Dashboard · Chat · Cooking · Recommendation</a:t>
            </a: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7C3AED"/>
                </a:solidFill>
                <a:latin typeface="Consolas"/>
                <a:ea typeface="Consolas"/>
                <a:cs typeface="Consolas"/>
              </a:rPr>
              <a:t>├─ </a:t>
            </a:r>
            <a:r>
              <a:rPr sz="1000" b="1" dirty="0" err="1">
                <a:solidFill>
                  <a:srgbClr val="7C3AED"/>
                </a:solidFill>
                <a:latin typeface="Consolas"/>
                <a:ea typeface="Consolas"/>
                <a:cs typeface="Consolas"/>
              </a:rPr>
              <a:t>foodmind</a:t>
            </a:r>
            <a:r>
              <a:rPr sz="1000" b="1" dirty="0">
                <a:solidFill>
                  <a:srgbClr val="7C3AED"/>
                </a:solidFill>
                <a:latin typeface="Consolas"/>
                <a:ea typeface="Consolas"/>
                <a:cs typeface="Consolas"/>
              </a:rPr>
              <a:t>-intelligence/</a:t>
            </a:r>
            <a:r>
              <a:rPr sz="1000" b="0" dirty="0">
                <a:solidFill>
                  <a:srgbClr val="6B7280"/>
                </a:solidFill>
                <a:latin typeface="Consolas"/>
                <a:ea typeface="Consolas"/>
                <a:cs typeface="Consolas"/>
              </a:rPr>
              <a:t>  private AI services (</a:t>
            </a:r>
            <a:r>
              <a:rPr sz="1000" b="0" dirty="0" err="1">
                <a:solidFill>
                  <a:srgbClr val="6B7280"/>
                </a:solidFill>
                <a:latin typeface="Consolas"/>
                <a:ea typeface="Consolas"/>
                <a:cs typeface="Consolas"/>
              </a:rPr>
              <a:t>LangGraph</a:t>
            </a:r>
            <a:r>
              <a:rPr sz="1000" b="0" dirty="0">
                <a:solidFill>
                  <a:srgbClr val="6B7280"/>
                </a:solidFill>
                <a:latin typeface="Consolas"/>
                <a:ea typeface="Consolas"/>
                <a:cs typeface="Consolas"/>
              </a:rPr>
              <a:t>)</a:t>
            </a:r>
          </a:p>
          <a:p>
            <a:pPr algn="l">
              <a:spcAft>
                <a:spcPts val="100"/>
              </a:spcAft>
              <a:buNone/>
            </a:pPr>
            <a:r>
              <a:rPr sz="1000" b="0" dirty="0">
                <a:solidFill>
                  <a:srgbClr val="1F2937"/>
                </a:solidFill>
                <a:latin typeface="Consolas"/>
                <a:ea typeface="Consolas"/>
                <a:cs typeface="Consolas"/>
              </a:rPr>
              <a:t>│  └─ agent-service/app/agents/</a:t>
            </a:r>
          </a:p>
          <a:p>
            <a:pPr algn="l">
              <a:spcAft>
                <a:spcPts val="100"/>
              </a:spcAft>
              <a:buNone/>
            </a:pPr>
            <a:r>
              <a:rPr sz="1000" b="0" dirty="0">
                <a:solidFill>
                  <a:srgbClr val="1F2937"/>
                </a:solidFill>
                <a:latin typeface="Consolas"/>
                <a:ea typeface="Consolas"/>
                <a:cs typeface="Consolas"/>
              </a:rPr>
              <a:t>│     ├─ recommendation/</a:t>
            </a:r>
          </a:p>
          <a:p>
            <a:pPr algn="l">
              <a:spcAft>
                <a:spcPts val="100"/>
              </a:spcAft>
              <a:buNone/>
            </a:pPr>
            <a:r>
              <a:rPr sz="1000" b="0" dirty="0">
                <a:solidFill>
                  <a:srgbClr val="1F2937"/>
                </a:solidFill>
                <a:latin typeface="Consolas"/>
                <a:ea typeface="Consolas"/>
                <a:cs typeface="Consolas"/>
              </a:rPr>
              <a:t>│     ├─ cooking/</a:t>
            </a:r>
          </a:p>
          <a:p>
            <a:pPr algn="l">
              <a:spcAft>
                <a:spcPts val="100"/>
              </a:spcAft>
              <a:buNone/>
            </a:pPr>
            <a:r>
              <a:rPr sz="1000" b="0" dirty="0">
                <a:solidFill>
                  <a:srgbClr val="1F2937"/>
                </a:solidFill>
                <a:latin typeface="Consolas"/>
                <a:ea typeface="Consolas"/>
                <a:cs typeface="Consolas"/>
              </a:rPr>
              <a:t>│     └─ chatbot/</a:t>
            </a: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E8590C"/>
                </a:solidFill>
                <a:latin typeface="Consolas"/>
                <a:ea typeface="Consolas"/>
                <a:cs typeface="Consolas"/>
              </a:rPr>
              <a:t>├─ </a:t>
            </a:r>
            <a:r>
              <a:rPr sz="1000" b="1" dirty="0" err="1">
                <a:solidFill>
                  <a:srgbClr val="E8590C"/>
                </a:solidFill>
                <a:latin typeface="Consolas"/>
                <a:ea typeface="Consolas"/>
                <a:cs typeface="Consolas"/>
              </a:rPr>
              <a:t>foodmind</a:t>
            </a:r>
            <a:r>
              <a:rPr sz="1000" b="1" dirty="0">
                <a:solidFill>
                  <a:srgbClr val="E8590C"/>
                </a:solidFill>
                <a:latin typeface="Consolas"/>
                <a:ea typeface="Consolas"/>
                <a:cs typeface="Consolas"/>
              </a:rPr>
              <a:t>-ml/</a:t>
            </a:r>
            <a:r>
              <a:rPr sz="1000" b="0" dirty="0">
                <a:solidFill>
                  <a:srgbClr val="6B7280"/>
                </a:solidFill>
                <a:latin typeface="Consolas"/>
                <a:ea typeface="Consolas"/>
                <a:cs typeface="Consolas"/>
              </a:rPr>
              <a:t>  offline training · model package</a:t>
            </a:r>
          </a:p>
          <a:p>
            <a:pPr algn="l">
              <a:spcAft>
                <a:spcPts val="100"/>
              </a:spcAft>
              <a:buNone/>
            </a:pPr>
            <a:r>
              <a:rPr sz="1000" b="0" dirty="0">
                <a:solidFill>
                  <a:srgbClr val="1F2937"/>
                </a:solidFill>
                <a:latin typeface="Consolas"/>
                <a:ea typeface="Consolas"/>
                <a:cs typeface="Consolas"/>
              </a:rPr>
              <a:t>│  ├─ scripts/   (</a:t>
            </a:r>
            <a:r>
              <a:rPr sz="1000" b="0" dirty="0" err="1">
                <a:solidFill>
                  <a:srgbClr val="1F2937"/>
                </a:solidFill>
                <a:latin typeface="Consolas"/>
                <a:ea typeface="Consolas"/>
                <a:cs typeface="Consolas"/>
              </a:rPr>
              <a:t>train_hybrid_model</a:t>
            </a:r>
            <a:r>
              <a:rPr sz="1000" b="0" dirty="0">
                <a:solidFill>
                  <a:srgbClr val="1F2937"/>
                </a:solidFill>
                <a:latin typeface="Consolas"/>
                <a:ea typeface="Consolas"/>
                <a:cs typeface="Consolas"/>
              </a:rPr>
              <a:t>, …)</a:t>
            </a:r>
          </a:p>
          <a:p>
            <a:pPr algn="l">
              <a:spcAft>
                <a:spcPts val="100"/>
              </a:spcAft>
              <a:buNone/>
            </a:pPr>
            <a:r>
              <a:rPr sz="1000" b="0" dirty="0">
                <a:solidFill>
                  <a:srgbClr val="1F2937"/>
                </a:solidFill>
                <a:latin typeface="Consolas"/>
                <a:ea typeface="Consolas"/>
                <a:cs typeface="Consolas"/>
              </a:rPr>
              <a:t>│  ├─ src/foodmind_ml/pipeline.py</a:t>
            </a:r>
          </a:p>
          <a:p>
            <a:pPr algn="l">
              <a:spcAft>
                <a:spcPts val="100"/>
              </a:spcAft>
              <a:buNone/>
            </a:pPr>
            <a:r>
              <a:rPr sz="1000" b="0" dirty="0">
                <a:solidFill>
                  <a:srgbClr val="1F2937"/>
                </a:solidFill>
                <a:latin typeface="Consolas"/>
                <a:ea typeface="Consolas"/>
                <a:cs typeface="Consolas"/>
              </a:rPr>
              <a:t>│  └─ reports/metrics/</a:t>
            </a:r>
            <a:r>
              <a:rPr sz="1000" b="0" dirty="0" err="1">
                <a:solidFill>
                  <a:srgbClr val="1F2937"/>
                </a:solidFill>
                <a:latin typeface="Consolas"/>
                <a:ea typeface="Consolas"/>
                <a:cs typeface="Consolas"/>
              </a:rPr>
              <a:t>hybrid_lr_metrics.json</a:t>
            </a:r>
            <a:endParaRPr sz="1000" b="0" dirty="0">
              <a:solidFill>
                <a:srgbClr val="1F2937"/>
              </a:solidFill>
              <a:latin typeface="Consolas"/>
              <a:ea typeface="Consolas"/>
              <a:cs typeface="Consolas"/>
            </a:endParaRP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D93025"/>
                </a:solidFill>
                <a:latin typeface="Consolas"/>
                <a:ea typeface="Consolas"/>
                <a:cs typeface="Consolas"/>
              </a:rPr>
              <a:t>├─ </a:t>
            </a:r>
            <a:r>
              <a:rPr sz="1000" b="1" dirty="0" err="1">
                <a:solidFill>
                  <a:srgbClr val="D93025"/>
                </a:solidFill>
                <a:latin typeface="Consolas"/>
                <a:ea typeface="Consolas"/>
                <a:cs typeface="Consolas"/>
              </a:rPr>
              <a:t>foodmind</a:t>
            </a:r>
            <a:r>
              <a:rPr sz="1000" b="1" dirty="0">
                <a:solidFill>
                  <a:srgbClr val="D93025"/>
                </a:solidFill>
                <a:latin typeface="Consolas"/>
                <a:ea typeface="Consolas"/>
                <a:cs typeface="Consolas"/>
              </a:rPr>
              <a:t>-infra/</a:t>
            </a:r>
            <a:r>
              <a:rPr sz="1000" b="0" dirty="0">
                <a:solidFill>
                  <a:srgbClr val="6B7280"/>
                </a:solidFill>
                <a:latin typeface="Consolas"/>
                <a:ea typeface="Consolas"/>
                <a:cs typeface="Consolas"/>
              </a:rPr>
              <a:t>  Docker · CI/CD · cloud deployment</a:t>
            </a:r>
          </a:p>
          <a:p>
            <a:pPr algn="l">
              <a:spcAft>
                <a:spcPts val="100"/>
              </a:spcAft>
              <a:buNone/>
            </a:pPr>
            <a:r>
              <a:rPr sz="1000" b="0" dirty="0">
                <a:solidFill>
                  <a:srgbClr val="1F2937"/>
                </a:solidFill>
                <a:latin typeface="Consolas"/>
                <a:ea typeface="Consolas"/>
                <a:cs typeface="Consolas"/>
              </a:rPr>
              <a:t>│  ├─ .</a:t>
            </a:r>
            <a:r>
              <a:rPr sz="1000" b="0" dirty="0" err="1">
                <a:solidFill>
                  <a:srgbClr val="1F2937"/>
                </a:solidFill>
                <a:latin typeface="Consolas"/>
                <a:ea typeface="Consolas"/>
                <a:cs typeface="Consolas"/>
              </a:rPr>
              <a:t>github</a:t>
            </a:r>
            <a:r>
              <a:rPr sz="1000" b="0" dirty="0">
                <a:solidFill>
                  <a:srgbClr val="1F2937"/>
                </a:solidFill>
                <a:latin typeface="Consolas"/>
                <a:ea typeface="Consolas"/>
                <a:cs typeface="Consolas"/>
              </a:rPr>
              <a:t>/workflows/   (per-repo CI)</a:t>
            </a:r>
          </a:p>
          <a:p>
            <a:pPr algn="l">
              <a:spcAft>
                <a:spcPts val="100"/>
              </a:spcAft>
              <a:buNone/>
            </a:pPr>
            <a:r>
              <a:rPr sz="1000" b="0" dirty="0">
                <a:solidFill>
                  <a:srgbClr val="1F2937"/>
                </a:solidFill>
                <a:latin typeface="Consolas"/>
                <a:ea typeface="Consolas"/>
                <a:cs typeface="Consolas"/>
              </a:rPr>
              <a:t>│  ├─ scripts/cd/   (deployment scripts)</a:t>
            </a:r>
          </a:p>
          <a:p>
            <a:pPr algn="l">
              <a:spcAft>
                <a:spcPts val="100"/>
              </a:spcAft>
              <a:buNone/>
            </a:pPr>
            <a:r>
              <a:rPr sz="1000" b="0" dirty="0">
                <a:solidFill>
                  <a:srgbClr val="1F2937"/>
                </a:solidFill>
                <a:latin typeface="Consolas"/>
                <a:ea typeface="Consolas"/>
                <a:cs typeface="Consolas"/>
              </a:rPr>
              <a:t>│  └─ </a:t>
            </a:r>
            <a:r>
              <a:rPr sz="1000" b="0" dirty="0" err="1">
                <a:solidFill>
                  <a:srgbClr val="1F2937"/>
                </a:solidFill>
                <a:latin typeface="Consolas"/>
                <a:ea typeface="Consolas"/>
                <a:cs typeface="Consolas"/>
              </a:rPr>
              <a:t>cloudformation</a:t>
            </a:r>
            <a:r>
              <a:rPr sz="1000" b="0" dirty="0">
                <a:solidFill>
                  <a:srgbClr val="1F2937"/>
                </a:solidFill>
                <a:latin typeface="Consolas"/>
                <a:ea typeface="Consolas"/>
                <a:cs typeface="Consolas"/>
              </a:rPr>
              <a:t>.*.</a:t>
            </a:r>
            <a:r>
              <a:rPr sz="1000" b="0" dirty="0" err="1">
                <a:solidFill>
                  <a:srgbClr val="1F2937"/>
                </a:solidFill>
                <a:latin typeface="Consolas"/>
                <a:ea typeface="Consolas"/>
                <a:cs typeface="Consolas"/>
              </a:rPr>
              <a:t>yaml</a:t>
            </a:r>
            <a:r>
              <a:rPr sz="1000" b="0" dirty="0">
                <a:solidFill>
                  <a:srgbClr val="1F2937"/>
                </a:solidFill>
                <a:latin typeface="Consolas"/>
                <a:ea typeface="Consolas"/>
                <a:cs typeface="Consolas"/>
              </a:rPr>
              <a:t> · compose.*.</a:t>
            </a:r>
            <a:r>
              <a:rPr sz="1000" b="0" dirty="0" err="1">
                <a:solidFill>
                  <a:srgbClr val="1F2937"/>
                </a:solidFill>
                <a:latin typeface="Consolas"/>
                <a:ea typeface="Consolas"/>
                <a:cs typeface="Consolas"/>
              </a:rPr>
              <a:t>yaml</a:t>
            </a:r>
            <a:endParaRPr sz="1000" b="0" dirty="0">
              <a:solidFill>
                <a:srgbClr val="1F2937"/>
              </a:solidFill>
              <a:latin typeface="Consolas"/>
              <a:ea typeface="Consolas"/>
              <a:cs typeface="Consolas"/>
            </a:endParaRPr>
          </a:p>
          <a:p>
            <a:pPr algn="l">
              <a:spcAft>
                <a:spcPts val="0"/>
              </a:spcAft>
              <a:buNone/>
            </a:pPr>
            <a:r>
              <a:rPr sz="600" b="0" dirty="0">
                <a:solidFill>
                  <a:srgbClr val="1F2937"/>
                </a:solidFill>
                <a:latin typeface="Consolas"/>
                <a:ea typeface="Consolas"/>
                <a:cs typeface="Consolas"/>
              </a:rPr>
              <a:t> </a:t>
            </a:r>
          </a:p>
          <a:p>
            <a:pPr algn="l">
              <a:spcAft>
                <a:spcPts val="100"/>
              </a:spcAft>
              <a:buNone/>
            </a:pPr>
            <a:r>
              <a:rPr sz="1000" b="1" dirty="0">
                <a:solidFill>
                  <a:srgbClr val="5B6472"/>
                </a:solidFill>
                <a:latin typeface="Consolas"/>
                <a:ea typeface="Consolas"/>
                <a:cs typeface="Consolas"/>
              </a:rPr>
              <a:t>└─ </a:t>
            </a:r>
            <a:r>
              <a:rPr sz="1000" b="1" dirty="0" err="1">
                <a:solidFill>
                  <a:srgbClr val="5B6472"/>
                </a:solidFill>
                <a:latin typeface="Consolas"/>
                <a:ea typeface="Consolas"/>
                <a:cs typeface="Consolas"/>
              </a:rPr>
              <a:t>foodmind</a:t>
            </a:r>
            <a:r>
              <a:rPr sz="1000" b="1" dirty="0">
                <a:solidFill>
                  <a:srgbClr val="5B6472"/>
                </a:solidFill>
                <a:latin typeface="Consolas"/>
                <a:ea typeface="Consolas"/>
                <a:cs typeface="Consolas"/>
              </a:rPr>
              <a:t>-docs/</a:t>
            </a:r>
            <a:r>
              <a:rPr sz="1000" b="0" dirty="0">
                <a:solidFill>
                  <a:srgbClr val="6B7280"/>
                </a:solidFill>
                <a:latin typeface="Consolas"/>
                <a:ea typeface="Consolas"/>
                <a:cs typeface="Consolas"/>
              </a:rPr>
              <a:t>  docs · evidence · presentation</a:t>
            </a:r>
          </a:p>
          <a:p>
            <a:pPr algn="l">
              <a:spcAft>
                <a:spcPts val="100"/>
              </a:spcAft>
              <a:buNone/>
            </a:pPr>
            <a:r>
              <a:rPr sz="1000" b="0" dirty="0">
                <a:solidFill>
                  <a:srgbClr val="1F2937"/>
                </a:solidFill>
                <a:latin typeface="Consolas"/>
                <a:ea typeface="Consolas"/>
                <a:cs typeface="Consolas"/>
              </a:rPr>
              <a:t>   └─ presentation/slides/ · planning/ · testing/ · evidence/</a:t>
            </a:r>
          </a:p>
        </p:txBody>
      </p:sp>
      <p:sp>
        <p:nvSpPr>
          <p:cNvPr id="8" name="Rectangle 7">
            <a:extLst>
              <a:ext uri="{FF2B5EF4-FFF2-40B4-BE49-F238E27FC236}">
                <a16:creationId xmlns:a16="http://schemas.microsoft.com/office/drawing/2014/main" id="{711E743A-35C5-42CC-99CA-A68AA77DBF9F}"/>
              </a:ext>
            </a:extLst>
          </p:cNvPr>
          <p:cNvSpPr>
            <a:spLocks noGrp="1"/>
          </p:cNvSpPr>
          <p:nvPr/>
        </p:nvSpPr>
        <p:spPr>
          <a:xfrm>
            <a:off x="7635240" y="1234440"/>
            <a:ext cx="15240" cy="5120640"/>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EF94004-4A33-4D66-9D4C-3DA6333ADC3A}"/>
              </a:ext>
            </a:extLst>
          </p:cNvPr>
          <p:cNvSpPr>
            <a:spLocks noGrp="1"/>
          </p:cNvSpPr>
          <p:nvPr/>
        </p:nvSpPr>
        <p:spPr>
          <a:xfrm>
            <a:off x="8001000" y="1234440"/>
            <a:ext cx="3657600" cy="457200"/>
          </a:xfrm>
          <a:prstGeom prst="rect">
            <a:avLst/>
          </a:prstGeom>
          <a:noFill/>
        </p:spPr>
        <p:txBody>
          <a:bodyPr wrap="none" lIns="0" tIns="0" rIns="0" bIns="0" anchor="t">
            <a:spAutoFit/>
          </a:bodyPr>
          <a:lstStyle/>
          <a:p>
            <a:pPr algn="l">
              <a:spcAft>
                <a:spcPts val="0"/>
              </a:spcAft>
              <a:buNone/>
            </a:pPr>
            <a:r>
              <a:rPr sz="1600" b="1">
                <a:solidFill>
                  <a:srgbClr val="1F2937"/>
                </a:solidFill>
                <a:latin typeface="Calibri"/>
                <a:ea typeface="Calibri"/>
                <a:cs typeface="Calibri"/>
              </a:rPr>
              <a:t>Functionality overview</a:t>
            </a:r>
          </a:p>
        </p:txBody>
      </p:sp>
      <p:sp>
        <p:nvSpPr>
          <p:cNvPr id="10" name="Rectangle 9">
            <a:extLst>
              <a:ext uri="{FF2B5EF4-FFF2-40B4-BE49-F238E27FC236}">
                <a16:creationId xmlns:a16="http://schemas.microsoft.com/office/drawing/2014/main" id="{306AE547-19AB-4C7F-AC41-F2C4E6F36602}"/>
              </a:ext>
            </a:extLst>
          </p:cNvPr>
          <p:cNvSpPr>
            <a:spLocks noGrp="1"/>
          </p:cNvSpPr>
          <p:nvPr/>
        </p:nvSpPr>
        <p:spPr>
          <a:xfrm>
            <a:off x="8001000" y="1737360"/>
            <a:ext cx="109728" cy="566928"/>
          </a:xfrm>
          <a:prstGeom prst="rect">
            <a:avLst/>
          </a:prstGeom>
          <a:solidFill>
            <a:srgbClr val="E859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ACA12F7-BC13-41E8-A1B7-1B1C2DE47CD3}"/>
              </a:ext>
            </a:extLst>
          </p:cNvPr>
          <p:cNvSpPr>
            <a:spLocks noGrp="1"/>
          </p:cNvSpPr>
          <p:nvPr/>
        </p:nvSpPr>
        <p:spPr>
          <a:xfrm>
            <a:off x="8229600" y="1737360"/>
            <a:ext cx="3429000" cy="274320"/>
          </a:xfrm>
          <a:prstGeom prst="rect">
            <a:avLst/>
          </a:prstGeom>
          <a:noFill/>
        </p:spPr>
        <p:txBody>
          <a:bodyPr wrap="none" lIns="0" tIns="0" rIns="0" bIns="0" anchor="t">
            <a:spAutoFit/>
          </a:bodyPr>
          <a:lstStyle/>
          <a:p>
            <a:pPr algn="l">
              <a:spcAft>
                <a:spcPts val="0"/>
              </a:spcAft>
              <a:buNone/>
            </a:pPr>
            <a:r>
              <a:rPr sz="1300" b="1">
                <a:solidFill>
                  <a:srgbClr val="1F2937"/>
                </a:solidFill>
                <a:latin typeface="Calibri"/>
                <a:ea typeface="Calibri"/>
                <a:cs typeface="Calibri"/>
              </a:rPr>
              <a:t>Identity &amp; access</a:t>
            </a:r>
          </a:p>
        </p:txBody>
      </p:sp>
      <p:sp>
        <p:nvSpPr>
          <p:cNvPr id="12" name="TextBox 11">
            <a:extLst>
              <a:ext uri="{FF2B5EF4-FFF2-40B4-BE49-F238E27FC236}">
                <a16:creationId xmlns:a16="http://schemas.microsoft.com/office/drawing/2014/main" id="{2A23B65F-C73B-442F-B88D-583214D1A442}"/>
              </a:ext>
            </a:extLst>
          </p:cNvPr>
          <p:cNvSpPr>
            <a:spLocks noGrp="1"/>
          </p:cNvSpPr>
          <p:nvPr/>
        </p:nvSpPr>
        <p:spPr>
          <a:xfrm>
            <a:off x="8229600" y="1975104"/>
            <a:ext cx="3429000" cy="365760"/>
          </a:xfrm>
          <a:prstGeom prst="rect">
            <a:avLst/>
          </a:prstGeom>
          <a:noFill/>
        </p:spPr>
        <p:txBody>
          <a:bodyPr wrap="none" lIns="0" tIns="0" rIns="0" bIns="0" anchor="t">
            <a:spAutoFit/>
          </a:bodyPr>
          <a:lstStyle/>
          <a:p>
            <a:pPr algn="l">
              <a:spcAft>
                <a:spcPts val="0"/>
              </a:spcAft>
              <a:buNone/>
            </a:pPr>
            <a:r>
              <a:rPr sz="950" b="0">
                <a:solidFill>
                  <a:srgbClr val="6B7280"/>
                </a:solidFill>
                <a:latin typeface="Calibri"/>
                <a:ea typeface="Calibri"/>
                <a:cs typeface="Calibri"/>
              </a:rPr>
              <a:t>backend/src/.../auth · user · permissions</a:t>
            </a:r>
          </a:p>
          <a:p>
            <a:pPr algn="l">
              <a:spcAft>
                <a:spcPts val="0"/>
              </a:spcAft>
              <a:buNone/>
            </a:pPr>
            <a:r>
              <a:rPr sz="950" b="0">
                <a:solidFill>
                  <a:srgbClr val="6B7280"/>
                </a:solidFill>
                <a:latin typeface="Calibri"/>
                <a:ea typeface="Calibri"/>
                <a:cs typeface="Calibri"/>
              </a:rPr>
              <a:t>web/src/routes/AuthRoutes.tsx · android/app/.../Login</a:t>
            </a:r>
          </a:p>
        </p:txBody>
      </p:sp>
      <p:sp>
        <p:nvSpPr>
          <p:cNvPr id="13" name="Rectangle 12">
            <a:extLst>
              <a:ext uri="{FF2B5EF4-FFF2-40B4-BE49-F238E27FC236}">
                <a16:creationId xmlns:a16="http://schemas.microsoft.com/office/drawing/2014/main" id="{8191BC02-AF78-481A-B702-29BB1AB09D2F}"/>
              </a:ext>
            </a:extLst>
          </p:cNvPr>
          <p:cNvSpPr>
            <a:spLocks noGrp="1"/>
          </p:cNvSpPr>
          <p:nvPr/>
        </p:nvSpPr>
        <p:spPr>
          <a:xfrm>
            <a:off x="8001000" y="2450591"/>
            <a:ext cx="109728"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8550D23-3BE6-4A61-8BDA-867FEBCE6F0C}"/>
              </a:ext>
            </a:extLst>
          </p:cNvPr>
          <p:cNvSpPr>
            <a:spLocks noGrp="1"/>
          </p:cNvSpPr>
          <p:nvPr/>
        </p:nvSpPr>
        <p:spPr>
          <a:xfrm>
            <a:off x="8229600" y="2450591"/>
            <a:ext cx="3429000" cy="274320"/>
          </a:xfrm>
          <a:prstGeom prst="rect">
            <a:avLst/>
          </a:prstGeom>
          <a:noFill/>
        </p:spPr>
        <p:txBody>
          <a:bodyPr wrap="none" lIns="0" tIns="0" rIns="0" bIns="0" anchor="t">
            <a:spAutoFit/>
          </a:bodyPr>
          <a:lstStyle/>
          <a:p>
            <a:pPr algn="l">
              <a:spcAft>
                <a:spcPts val="0"/>
              </a:spcAft>
              <a:buNone/>
            </a:pPr>
            <a:r>
              <a:rPr sz="1300" b="1" dirty="0">
                <a:solidFill>
                  <a:srgbClr val="1F2937"/>
                </a:solidFill>
                <a:latin typeface="Calibri"/>
                <a:ea typeface="Calibri"/>
                <a:cs typeface="Calibri"/>
              </a:rPr>
              <a:t>Catalogue &amp; search</a:t>
            </a:r>
          </a:p>
        </p:txBody>
      </p:sp>
      <p:sp>
        <p:nvSpPr>
          <p:cNvPr id="15" name="TextBox 14">
            <a:extLst>
              <a:ext uri="{FF2B5EF4-FFF2-40B4-BE49-F238E27FC236}">
                <a16:creationId xmlns:a16="http://schemas.microsoft.com/office/drawing/2014/main" id="{3F852675-D099-44F5-A67B-57EB7AE692FA}"/>
              </a:ext>
            </a:extLst>
          </p:cNvPr>
          <p:cNvSpPr>
            <a:spLocks noGrp="1"/>
          </p:cNvSpPr>
          <p:nvPr/>
        </p:nvSpPr>
        <p:spPr>
          <a:xfrm>
            <a:off x="8229600" y="2688335"/>
            <a:ext cx="3429000" cy="365760"/>
          </a:xfrm>
          <a:prstGeom prst="rect">
            <a:avLst/>
          </a:prstGeom>
          <a:noFill/>
        </p:spPr>
        <p:txBody>
          <a:bodyPr wrap="none" lIns="0" tIns="0" rIns="0" bIns="0" anchor="t">
            <a:spAutoFit/>
          </a:bodyPr>
          <a:lstStyle/>
          <a:p>
            <a:pPr algn="l">
              <a:spcAft>
                <a:spcPts val="0"/>
              </a:spcAft>
              <a:buNone/>
            </a:pPr>
            <a:r>
              <a:rPr sz="950" b="0">
                <a:solidFill>
                  <a:srgbClr val="6B7280"/>
                </a:solidFill>
                <a:latin typeface="Calibri"/>
                <a:ea typeface="Calibri"/>
                <a:cs typeface="Calibri"/>
              </a:rPr>
              <a:t>backend/.../catalog · search · place maps</a:t>
            </a:r>
          </a:p>
          <a:p>
            <a:pPr algn="l">
              <a:spcAft>
                <a:spcPts val="0"/>
              </a:spcAft>
              <a:buNone/>
            </a:pPr>
            <a:r>
              <a:rPr sz="950" b="0">
                <a:solidFill>
                  <a:srgbClr val="6B7280"/>
                </a:solidFill>
                <a:latin typeface="Calibri"/>
                <a:ea typeface="Calibri"/>
                <a:cs typeface="Calibri"/>
              </a:rPr>
              <a:t>web/src/routes/ExploreRoutes.tsx · android/.../CatalogueDetailActivity.kt</a:t>
            </a:r>
          </a:p>
        </p:txBody>
      </p:sp>
      <p:sp>
        <p:nvSpPr>
          <p:cNvPr id="16" name="Rectangle 15">
            <a:extLst>
              <a:ext uri="{FF2B5EF4-FFF2-40B4-BE49-F238E27FC236}">
                <a16:creationId xmlns:a16="http://schemas.microsoft.com/office/drawing/2014/main" id="{9AE94BDE-B1AE-427F-8AC0-9B405D0F570C}"/>
              </a:ext>
            </a:extLst>
          </p:cNvPr>
          <p:cNvSpPr>
            <a:spLocks noGrp="1"/>
          </p:cNvSpPr>
          <p:nvPr/>
        </p:nvSpPr>
        <p:spPr>
          <a:xfrm>
            <a:off x="8001000" y="3163824"/>
            <a:ext cx="109728" cy="56692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DF1A8E9-9429-4849-9E7B-DB1967CC973D}"/>
              </a:ext>
            </a:extLst>
          </p:cNvPr>
          <p:cNvSpPr>
            <a:spLocks noGrp="1"/>
          </p:cNvSpPr>
          <p:nvPr/>
        </p:nvSpPr>
        <p:spPr>
          <a:xfrm>
            <a:off x="8229600" y="3163824"/>
            <a:ext cx="3429000" cy="274320"/>
          </a:xfrm>
          <a:prstGeom prst="rect">
            <a:avLst/>
          </a:prstGeom>
          <a:noFill/>
        </p:spPr>
        <p:txBody>
          <a:bodyPr wrap="none" lIns="0" tIns="0" rIns="0" bIns="0" anchor="t">
            <a:spAutoFit/>
          </a:bodyPr>
          <a:lstStyle/>
          <a:p>
            <a:pPr algn="l">
              <a:spcAft>
                <a:spcPts val="0"/>
              </a:spcAft>
              <a:buNone/>
            </a:pPr>
            <a:r>
              <a:rPr sz="1300" b="1">
                <a:solidFill>
                  <a:srgbClr val="1F2937"/>
                </a:solidFill>
                <a:latin typeface="Calibri"/>
                <a:ea typeface="Calibri"/>
                <a:cs typeface="Calibri"/>
              </a:rPr>
              <a:t>Food records &amp; groups</a:t>
            </a:r>
          </a:p>
        </p:txBody>
      </p:sp>
      <p:sp>
        <p:nvSpPr>
          <p:cNvPr id="18" name="TextBox 17">
            <a:extLst>
              <a:ext uri="{FF2B5EF4-FFF2-40B4-BE49-F238E27FC236}">
                <a16:creationId xmlns:a16="http://schemas.microsoft.com/office/drawing/2014/main" id="{C9AA7F69-713D-4A5D-894C-4779594196AD}"/>
              </a:ext>
            </a:extLst>
          </p:cNvPr>
          <p:cNvSpPr>
            <a:spLocks noGrp="1"/>
          </p:cNvSpPr>
          <p:nvPr/>
        </p:nvSpPr>
        <p:spPr>
          <a:xfrm>
            <a:off x="8229600" y="3401568"/>
            <a:ext cx="3429000" cy="365760"/>
          </a:xfrm>
          <a:prstGeom prst="rect">
            <a:avLst/>
          </a:prstGeom>
          <a:noFill/>
        </p:spPr>
        <p:txBody>
          <a:bodyPr wrap="none" lIns="0" tIns="0" rIns="0" bIns="0" anchor="t">
            <a:spAutoFit/>
          </a:bodyPr>
          <a:lstStyle/>
          <a:p>
            <a:pPr algn="l">
              <a:spcAft>
                <a:spcPts val="0"/>
              </a:spcAft>
              <a:buNone/>
            </a:pPr>
            <a:r>
              <a:rPr sz="950" b="0">
                <a:solidFill>
                  <a:srgbClr val="6B7280"/>
                </a:solidFill>
                <a:latin typeface="Calibri"/>
                <a:ea typeface="Calibri"/>
                <a:cs typeface="Calibri"/>
              </a:rPr>
              <a:t>backend/.../record · group · inventory · wanttotry</a:t>
            </a:r>
          </a:p>
          <a:p>
            <a:pPr algn="l">
              <a:spcAft>
                <a:spcPts val="0"/>
              </a:spcAft>
              <a:buNone/>
            </a:pPr>
            <a:r>
              <a:rPr sz="950" b="0">
                <a:solidFill>
                  <a:srgbClr val="6B7280"/>
                </a:solidFill>
                <a:latin typeface="Calibri"/>
                <a:ea typeface="Calibri"/>
                <a:cs typeface="Calibri"/>
              </a:rPr>
              <a:t>web/src/routes/RecordRoutes.tsx · GroupRoutes.tsx · android/.../History</a:t>
            </a:r>
          </a:p>
        </p:txBody>
      </p:sp>
      <p:sp>
        <p:nvSpPr>
          <p:cNvPr id="19" name="Rectangle 18">
            <a:extLst>
              <a:ext uri="{FF2B5EF4-FFF2-40B4-BE49-F238E27FC236}">
                <a16:creationId xmlns:a16="http://schemas.microsoft.com/office/drawing/2014/main" id="{CE4EB9AC-BBD4-4361-B1CC-2D06E25CEF73}"/>
              </a:ext>
            </a:extLst>
          </p:cNvPr>
          <p:cNvSpPr>
            <a:spLocks noGrp="1"/>
          </p:cNvSpPr>
          <p:nvPr/>
        </p:nvSpPr>
        <p:spPr>
          <a:xfrm>
            <a:off x="8001000" y="3877056"/>
            <a:ext cx="109728" cy="566928"/>
          </a:xfrm>
          <a:prstGeom prst="rect">
            <a:avLst/>
          </a:prstGeom>
          <a:solidFill>
            <a:srgbClr val="1880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D25444B2-E614-4C15-8FBA-0B7C1BFC9DAF}"/>
              </a:ext>
            </a:extLst>
          </p:cNvPr>
          <p:cNvSpPr>
            <a:spLocks noGrp="1"/>
          </p:cNvSpPr>
          <p:nvPr/>
        </p:nvSpPr>
        <p:spPr>
          <a:xfrm>
            <a:off x="8229600" y="3877056"/>
            <a:ext cx="3429000" cy="274320"/>
          </a:xfrm>
          <a:prstGeom prst="rect">
            <a:avLst/>
          </a:prstGeom>
          <a:noFill/>
        </p:spPr>
        <p:txBody>
          <a:bodyPr wrap="none" lIns="0" tIns="0" rIns="0" bIns="0" anchor="t">
            <a:spAutoFit/>
          </a:bodyPr>
          <a:lstStyle/>
          <a:p>
            <a:pPr algn="l">
              <a:spcAft>
                <a:spcPts val="0"/>
              </a:spcAft>
              <a:buNone/>
            </a:pPr>
            <a:r>
              <a:rPr sz="1300" b="1">
                <a:solidFill>
                  <a:srgbClr val="1F2937"/>
                </a:solidFill>
                <a:latin typeface="Calibri"/>
                <a:ea typeface="Calibri"/>
                <a:cs typeface="Calibri"/>
              </a:rPr>
              <a:t>AI assistance</a:t>
            </a:r>
          </a:p>
        </p:txBody>
      </p:sp>
      <p:sp>
        <p:nvSpPr>
          <p:cNvPr id="21" name="TextBox 20">
            <a:extLst>
              <a:ext uri="{FF2B5EF4-FFF2-40B4-BE49-F238E27FC236}">
                <a16:creationId xmlns:a16="http://schemas.microsoft.com/office/drawing/2014/main" id="{2B36AA35-0812-4AF1-8895-1589C503E796}"/>
              </a:ext>
            </a:extLst>
          </p:cNvPr>
          <p:cNvSpPr>
            <a:spLocks noGrp="1"/>
          </p:cNvSpPr>
          <p:nvPr/>
        </p:nvSpPr>
        <p:spPr>
          <a:xfrm>
            <a:off x="8229600" y="4114800"/>
            <a:ext cx="3429000" cy="365760"/>
          </a:xfrm>
          <a:prstGeom prst="rect">
            <a:avLst/>
          </a:prstGeom>
          <a:noFill/>
        </p:spPr>
        <p:txBody>
          <a:bodyPr wrap="none" lIns="0" tIns="0" rIns="0" bIns="0" anchor="t">
            <a:spAutoFit/>
          </a:bodyPr>
          <a:lstStyle/>
          <a:p>
            <a:pPr algn="l">
              <a:spcAft>
                <a:spcPts val="0"/>
              </a:spcAft>
              <a:buNone/>
            </a:pPr>
            <a:r>
              <a:rPr sz="950" b="0">
                <a:solidFill>
                  <a:srgbClr val="6B7280"/>
                </a:solidFill>
                <a:latin typeface="Calibri"/>
                <a:ea typeface="Calibri"/>
                <a:cs typeface="Calibri"/>
              </a:rPr>
              <a:t>intelligence/agent-service/app/agents/chatbot</a:t>
            </a:r>
          </a:p>
          <a:p>
            <a:pPr algn="l">
              <a:spcAft>
                <a:spcPts val="0"/>
              </a:spcAft>
              <a:buNone/>
            </a:pPr>
            <a:r>
              <a:rPr sz="950" b="0">
                <a:solidFill>
                  <a:srgbClr val="6B7280"/>
                </a:solidFill>
                <a:latin typeface="Calibri"/>
                <a:ea typeface="Calibri"/>
                <a:cs typeface="Calibri"/>
              </a:rPr>
              <a:t>backend/.../chat · web/src/routes/ChatRoutes.tsx · android/.../Chat</a:t>
            </a:r>
          </a:p>
        </p:txBody>
      </p:sp>
      <p:sp>
        <p:nvSpPr>
          <p:cNvPr id="22" name="Rectangle 21">
            <a:extLst>
              <a:ext uri="{FF2B5EF4-FFF2-40B4-BE49-F238E27FC236}">
                <a16:creationId xmlns:a16="http://schemas.microsoft.com/office/drawing/2014/main" id="{13B96A24-0DCD-4D45-8D5D-A699AD8BAD11}"/>
              </a:ext>
            </a:extLst>
          </p:cNvPr>
          <p:cNvSpPr>
            <a:spLocks noGrp="1"/>
          </p:cNvSpPr>
          <p:nvPr/>
        </p:nvSpPr>
        <p:spPr>
          <a:xfrm>
            <a:off x="8001000" y="4590288"/>
            <a:ext cx="109728" cy="566928"/>
          </a:xfrm>
          <a:prstGeom prst="rect">
            <a:avLst/>
          </a:prstGeom>
          <a:solidFill>
            <a:srgbClr val="0F9D8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240FA33-28DC-4377-9D6A-02484D0E8A20}"/>
              </a:ext>
            </a:extLst>
          </p:cNvPr>
          <p:cNvSpPr>
            <a:spLocks noGrp="1"/>
          </p:cNvSpPr>
          <p:nvPr/>
        </p:nvSpPr>
        <p:spPr>
          <a:xfrm>
            <a:off x="8229600" y="4590288"/>
            <a:ext cx="3429000" cy="274320"/>
          </a:xfrm>
          <a:prstGeom prst="rect">
            <a:avLst/>
          </a:prstGeom>
          <a:noFill/>
        </p:spPr>
        <p:txBody>
          <a:bodyPr wrap="none" lIns="0" tIns="0" rIns="0" bIns="0" anchor="t">
            <a:spAutoFit/>
          </a:bodyPr>
          <a:lstStyle/>
          <a:p>
            <a:pPr algn="l">
              <a:spcAft>
                <a:spcPts val="0"/>
              </a:spcAft>
              <a:buNone/>
            </a:pPr>
            <a:r>
              <a:rPr sz="1300" b="1">
                <a:solidFill>
                  <a:srgbClr val="1F2937"/>
                </a:solidFill>
                <a:latin typeface="Calibri"/>
                <a:ea typeface="Calibri"/>
                <a:cs typeface="Calibri"/>
              </a:rPr>
              <a:t>Recommendations &amp; cooking</a:t>
            </a:r>
          </a:p>
        </p:txBody>
      </p:sp>
      <p:sp>
        <p:nvSpPr>
          <p:cNvPr id="24" name="TextBox 23">
            <a:extLst>
              <a:ext uri="{FF2B5EF4-FFF2-40B4-BE49-F238E27FC236}">
                <a16:creationId xmlns:a16="http://schemas.microsoft.com/office/drawing/2014/main" id="{4F067C99-D88D-4B90-B2E0-687CD579C8AF}"/>
              </a:ext>
            </a:extLst>
          </p:cNvPr>
          <p:cNvSpPr>
            <a:spLocks noGrp="1"/>
          </p:cNvSpPr>
          <p:nvPr/>
        </p:nvSpPr>
        <p:spPr>
          <a:xfrm>
            <a:off x="8229600" y="4828032"/>
            <a:ext cx="3429000" cy="365760"/>
          </a:xfrm>
          <a:prstGeom prst="rect">
            <a:avLst/>
          </a:prstGeom>
          <a:noFill/>
        </p:spPr>
        <p:txBody>
          <a:bodyPr wrap="none" lIns="0" tIns="0" rIns="0" bIns="0" anchor="t">
            <a:spAutoFit/>
          </a:bodyPr>
          <a:lstStyle/>
          <a:p>
            <a:pPr algn="l">
              <a:spcAft>
                <a:spcPts val="0"/>
              </a:spcAft>
              <a:buNone/>
            </a:pPr>
            <a:r>
              <a:rPr sz="950" b="0">
                <a:solidFill>
                  <a:srgbClr val="6B7280"/>
                </a:solidFill>
                <a:latin typeface="Calibri"/>
                <a:ea typeface="Calibri"/>
                <a:cs typeface="Calibri"/>
              </a:rPr>
              <a:t>intelligence/.../recommendation · cooking · ML model package</a:t>
            </a:r>
          </a:p>
          <a:p>
            <a:pPr algn="l">
              <a:spcAft>
                <a:spcPts val="0"/>
              </a:spcAft>
              <a:buNone/>
            </a:pPr>
            <a:r>
              <a:rPr sz="950" b="0">
                <a:solidFill>
                  <a:srgbClr val="6B7280"/>
                </a:solidFill>
                <a:latin typeface="Calibri"/>
                <a:ea typeface="Calibri"/>
                <a:cs typeface="Calibri"/>
              </a:rPr>
              <a:t>backend/.../recommendation · cooking · ml/scripts</a:t>
            </a:r>
          </a:p>
        </p:txBody>
      </p:sp>
      <p:sp>
        <p:nvSpPr>
          <p:cNvPr id="25" name="Rectangle 24">
            <a:extLst>
              <a:ext uri="{FF2B5EF4-FFF2-40B4-BE49-F238E27FC236}">
                <a16:creationId xmlns:a16="http://schemas.microsoft.com/office/drawing/2014/main" id="{17F6A50C-8B57-4353-BF26-0FA6382023B1}"/>
              </a:ext>
            </a:extLst>
          </p:cNvPr>
          <p:cNvSpPr>
            <a:spLocks noGrp="1"/>
          </p:cNvSpPr>
          <p:nvPr/>
        </p:nvSpPr>
        <p:spPr>
          <a:xfrm>
            <a:off x="8001000" y="5303520"/>
            <a:ext cx="109728" cy="182880"/>
          </a:xfrm>
          <a:prstGeom prst="rect">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D193DEE-F3FE-43D6-9193-CA25C8D5355A}"/>
              </a:ext>
            </a:extLst>
          </p:cNvPr>
          <p:cNvSpPr>
            <a:spLocks noGrp="1"/>
          </p:cNvSpPr>
          <p:nvPr/>
        </p:nvSpPr>
        <p:spPr>
          <a:xfrm>
            <a:off x="8229600" y="5303520"/>
            <a:ext cx="1506182" cy="200055"/>
          </a:xfrm>
          <a:prstGeom prst="rect">
            <a:avLst/>
          </a:prstGeom>
          <a:noFill/>
        </p:spPr>
        <p:txBody>
          <a:bodyPr wrap="none" lIns="0" tIns="0" rIns="0" bIns="0" anchor="t">
            <a:spAutoFit/>
          </a:bodyPr>
          <a:lstStyle/>
          <a:p>
            <a:pPr algn="l">
              <a:spcAft>
                <a:spcPts val="0"/>
              </a:spcAft>
              <a:buNone/>
            </a:pPr>
            <a:r>
              <a:rPr lang="en-US" sz="1300" b="1" dirty="0">
                <a:solidFill>
                  <a:srgbClr val="1F2937"/>
                </a:solidFill>
                <a:latin typeface="Calibri"/>
                <a:ea typeface="Calibri"/>
                <a:cs typeface="Calibri"/>
              </a:rPr>
              <a:t>Dashboard and Recap</a:t>
            </a:r>
            <a:endParaRPr sz="1300" b="1" dirty="0">
              <a:solidFill>
                <a:srgbClr val="1F2937"/>
              </a:solidFill>
              <a:latin typeface="Calibri"/>
              <a:ea typeface="Calibri"/>
              <a:cs typeface="Calibri"/>
            </a:endParaRPr>
          </a:p>
        </p:txBody>
      </p:sp>
      <p:sp>
        <p:nvSpPr>
          <p:cNvPr id="28" name="TextBox 27">
            <a:extLst>
              <a:ext uri="{FF2B5EF4-FFF2-40B4-BE49-F238E27FC236}">
                <a16:creationId xmlns:a16="http://schemas.microsoft.com/office/drawing/2014/main" id="{EE7DDBF2-F23C-4E33-AC27-EAFC697F315D}"/>
              </a:ext>
            </a:extLst>
          </p:cNvPr>
          <p:cNvSpPr>
            <a:spLocks noGrp="1"/>
          </p:cNvSpPr>
          <p:nvPr/>
        </p:nvSpPr>
        <p:spPr>
          <a:xfrm>
            <a:off x="8001000" y="5989320"/>
            <a:ext cx="3657600" cy="365760"/>
          </a:xfrm>
          <a:prstGeom prst="rect">
            <a:avLst/>
          </a:prstGeom>
          <a:noFill/>
        </p:spPr>
        <p:txBody>
          <a:bodyPr wrap="none" lIns="0" tIns="0" rIns="0" bIns="0" anchor="t">
            <a:spAutoFit/>
          </a:bodyPr>
          <a:lstStyle/>
          <a:p>
            <a:pPr algn="l">
              <a:spcAft>
                <a:spcPts val="0"/>
              </a:spcAft>
              <a:buNone/>
            </a:pPr>
            <a:r>
              <a:rPr sz="1000" b="0">
                <a:solidFill>
                  <a:srgbClr val="6B7280"/>
                </a:solidFill>
                <a:latin typeface="Calibri"/>
                <a:ea typeface="Calibri"/>
                <a:cs typeface="Calibri"/>
              </a:rPr>
              <a:t>Functionality → source modules · paths are repository-relative</a:t>
            </a:r>
          </a:p>
        </p:txBody>
      </p:sp>
    </p:spTree>
    <p:extLst>
      <p:ext uri="{BB962C8B-B14F-4D97-AF65-F5344CB8AC3E}">
        <p14:creationId xmlns:p14="http://schemas.microsoft.com/office/powerpoint/2010/main" val="1669538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Summary</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17</a:t>
            </a:r>
          </a:p>
        </p:txBody>
      </p:sp>
      <p:graphicFrame>
        <p:nvGraphicFramePr>
          <p:cNvPr id="8" name="Table 7"/>
          <p:cNvGraphicFramePr>
            <a:graphicFrameLocks noGrp="1"/>
          </p:cNvGraphicFramePr>
          <p:nvPr>
            <p:extLst>
              <p:ext uri="{D42A27DB-BD31-4B8C-83A1-F6EECF244321}">
                <p14:modId xmlns:p14="http://schemas.microsoft.com/office/powerpoint/2010/main" val="2471555394"/>
              </p:ext>
            </p:extLst>
          </p:nvPr>
        </p:nvGraphicFramePr>
        <p:xfrm>
          <a:off x="502920" y="1645920"/>
          <a:ext cx="11155680" cy="3291840"/>
        </p:xfrm>
        <a:graphic>
          <a:graphicData uri="http://schemas.openxmlformats.org/drawingml/2006/table">
            <a:tbl>
              <a:tblPr bandRow="1">
                <a:tableStyleId>{5C22544A-7EE6-4342-B048-85BDC9FD1C3A}</a:tableStyleId>
              </a:tblPr>
              <a:tblGrid>
                <a:gridCol w="2560320">
                  <a:extLst>
                    <a:ext uri="{9D8B030D-6E8A-4147-A177-3AD203B41FA5}">
                      <a16:colId xmlns:a16="http://schemas.microsoft.com/office/drawing/2014/main" val="20000"/>
                    </a:ext>
                  </a:extLst>
                </a:gridCol>
                <a:gridCol w="8595360">
                  <a:extLst>
                    <a:ext uri="{9D8B030D-6E8A-4147-A177-3AD203B41FA5}">
                      <a16:colId xmlns:a16="http://schemas.microsoft.com/office/drawing/2014/main" val="20001"/>
                    </a:ext>
                  </a:extLst>
                </a:gridCol>
              </a:tblGrid>
              <a:tr h="548640">
                <a:tc>
                  <a:txBody>
                    <a:bodyPr/>
                    <a:lstStyle/>
                    <a:p>
                      <a:r>
                        <a:rPr sz="1300" b="1">
                          <a:solidFill>
                            <a:srgbClr val="FFFFFF"/>
                          </a:solidFill>
                          <a:latin typeface="Calibri"/>
                        </a:rPr>
                        <a:t>Layer</a:t>
                      </a:r>
                    </a:p>
                  </a:txBody>
                  <a:tcPr marT="38100" marB="38100">
                    <a:solidFill>
                      <a:srgbClr val="E8590C"/>
                    </a:solidFill>
                  </a:tcPr>
                </a:tc>
                <a:tc>
                  <a:txBody>
                    <a:bodyPr/>
                    <a:lstStyle/>
                    <a:p>
                      <a:r>
                        <a:rPr sz="1300" b="1">
                          <a:solidFill>
                            <a:srgbClr val="FFFFFF"/>
                          </a:solidFill>
                          <a:latin typeface="Calibri"/>
                        </a:rPr>
                        <a:t>Implemented technologies</a:t>
                      </a:r>
                    </a:p>
                  </a:txBody>
                  <a:tcPr marT="38100" marB="38100">
                    <a:solidFill>
                      <a:srgbClr val="E8590C"/>
                    </a:solidFill>
                  </a:tcPr>
                </a:tc>
                <a:extLst>
                  <a:ext uri="{0D108BD9-81ED-4DB2-BD59-A6C34878D82A}">
                    <a16:rowId xmlns:a16="http://schemas.microsoft.com/office/drawing/2014/main" val="10000"/>
                  </a:ext>
                </a:extLst>
              </a:tr>
              <a:tr h="548640">
                <a:tc>
                  <a:txBody>
                    <a:bodyPr/>
                    <a:lstStyle/>
                    <a:p>
                      <a:r>
                        <a:rPr sz="1300">
                          <a:solidFill>
                            <a:srgbClr val="1F2937"/>
                          </a:solidFill>
                          <a:latin typeface="Calibri"/>
                        </a:rPr>
                        <a:t>Clients</a:t>
                      </a:r>
                    </a:p>
                  </a:txBody>
                  <a:tcPr marT="25400" marB="25400">
                    <a:solidFill>
                      <a:srgbClr val="FFFFFF"/>
                    </a:solidFill>
                  </a:tcPr>
                </a:tc>
                <a:tc>
                  <a:txBody>
                    <a:bodyPr/>
                    <a:lstStyle/>
                    <a:p>
                      <a:r>
                        <a:rPr sz="1300">
                          <a:solidFill>
                            <a:srgbClr val="1F2937"/>
                          </a:solidFill>
                          <a:latin typeface="Calibri"/>
                        </a:rPr>
                        <a:t>Android (Kotlin/Compose) and Web (React/TypeScript)</a:t>
                      </a:r>
                    </a:p>
                  </a:txBody>
                  <a:tcPr marT="25400" marB="25400">
                    <a:solidFill>
                      <a:srgbClr val="FFFFFF"/>
                    </a:solidFill>
                  </a:tcPr>
                </a:tc>
                <a:extLst>
                  <a:ext uri="{0D108BD9-81ED-4DB2-BD59-A6C34878D82A}">
                    <a16:rowId xmlns:a16="http://schemas.microsoft.com/office/drawing/2014/main" val="10001"/>
                  </a:ext>
                </a:extLst>
              </a:tr>
              <a:tr h="548640">
                <a:tc>
                  <a:txBody>
                    <a:bodyPr/>
                    <a:lstStyle/>
                    <a:p>
                      <a:r>
                        <a:rPr sz="1300">
                          <a:solidFill>
                            <a:srgbClr val="1F2937"/>
                          </a:solidFill>
                          <a:latin typeface="Calibri"/>
                        </a:rPr>
                        <a:t>Common backend</a:t>
                      </a:r>
                    </a:p>
                  </a:txBody>
                  <a:tcPr marT="25400" marB="25400">
                    <a:solidFill>
                      <a:srgbClr val="F3F4F6"/>
                    </a:solidFill>
                  </a:tcPr>
                </a:tc>
                <a:tc>
                  <a:txBody>
                    <a:bodyPr/>
                    <a:lstStyle/>
                    <a:p>
                      <a:r>
                        <a:rPr sz="1300">
                          <a:solidFill>
                            <a:srgbClr val="1F2937"/>
                          </a:solidFill>
                          <a:latin typeface="Calibri"/>
                        </a:rPr>
                        <a:t>Spring Boot, JWT, PostgreSQL, Flyway, OpenAPI</a:t>
                      </a:r>
                    </a:p>
                  </a:txBody>
                  <a:tcPr marT="25400" marB="25400">
                    <a:solidFill>
                      <a:srgbClr val="F3F4F6"/>
                    </a:solidFill>
                  </a:tcPr>
                </a:tc>
                <a:extLst>
                  <a:ext uri="{0D108BD9-81ED-4DB2-BD59-A6C34878D82A}">
                    <a16:rowId xmlns:a16="http://schemas.microsoft.com/office/drawing/2014/main" val="10002"/>
                  </a:ext>
                </a:extLst>
              </a:tr>
              <a:tr h="548640">
                <a:tc>
                  <a:txBody>
                    <a:bodyPr/>
                    <a:lstStyle/>
                    <a:p>
                      <a:r>
                        <a:rPr sz="1300">
                          <a:solidFill>
                            <a:srgbClr val="1F2937"/>
                          </a:solidFill>
                          <a:latin typeface="Calibri"/>
                        </a:rPr>
                        <a:t>Agentic AI</a:t>
                      </a:r>
                    </a:p>
                  </a:txBody>
                  <a:tcPr marT="25400" marB="25400">
                    <a:solidFill>
                      <a:srgbClr val="FFFFFF"/>
                    </a:solidFill>
                  </a:tcPr>
                </a:tc>
                <a:tc>
                  <a:txBody>
                    <a:bodyPr/>
                    <a:lstStyle/>
                    <a:p>
                      <a:r>
                        <a:rPr sz="1300">
                          <a:solidFill>
                            <a:srgbClr val="1F2937"/>
                          </a:solidFill>
                          <a:latin typeface="Calibri"/>
                        </a:rPr>
                        <a:t>Five LangGraph agents (recommendation, cooking, chatbot)</a:t>
                      </a:r>
                    </a:p>
                  </a:txBody>
                  <a:tcPr marT="25400" marB="25400">
                    <a:solidFill>
                      <a:srgbClr val="FFFFFF"/>
                    </a:solidFill>
                  </a:tcPr>
                </a:tc>
                <a:extLst>
                  <a:ext uri="{0D108BD9-81ED-4DB2-BD59-A6C34878D82A}">
                    <a16:rowId xmlns:a16="http://schemas.microsoft.com/office/drawing/2014/main" val="10003"/>
                  </a:ext>
                </a:extLst>
              </a:tr>
              <a:tr h="548640">
                <a:tc>
                  <a:txBody>
                    <a:bodyPr/>
                    <a:lstStyle/>
                    <a:p>
                      <a:r>
                        <a:rPr sz="1300">
                          <a:solidFill>
                            <a:srgbClr val="1F2937"/>
                          </a:solidFill>
                          <a:latin typeface="Calibri"/>
                        </a:rPr>
                        <a:t>Machine learning</a:t>
                      </a:r>
                    </a:p>
                  </a:txBody>
                  <a:tcPr marT="25400" marB="25400">
                    <a:solidFill>
                      <a:srgbClr val="F3F4F6"/>
                    </a:solidFill>
                  </a:tcPr>
                </a:tc>
                <a:tc>
                  <a:txBody>
                    <a:bodyPr/>
                    <a:lstStyle/>
                    <a:p>
                      <a:r>
                        <a:rPr sz="1300">
                          <a:solidFill>
                            <a:srgbClr val="1F2937"/>
                          </a:solidFill>
                          <a:latin typeface="Calibri"/>
                        </a:rPr>
                        <a:t>UserCF + ItemCF + Logistic Regression (hybrid)</a:t>
                      </a:r>
                    </a:p>
                  </a:txBody>
                  <a:tcPr marT="25400" marB="25400">
                    <a:solidFill>
                      <a:srgbClr val="F3F4F6"/>
                    </a:solidFill>
                  </a:tcPr>
                </a:tc>
                <a:extLst>
                  <a:ext uri="{0D108BD9-81ED-4DB2-BD59-A6C34878D82A}">
                    <a16:rowId xmlns:a16="http://schemas.microsoft.com/office/drawing/2014/main" val="10004"/>
                  </a:ext>
                </a:extLst>
              </a:tr>
              <a:tr h="548640">
                <a:tc>
                  <a:txBody>
                    <a:bodyPr/>
                    <a:lstStyle/>
                    <a:p>
                      <a:r>
                        <a:rPr sz="1300">
                          <a:solidFill>
                            <a:srgbClr val="1F2937"/>
                          </a:solidFill>
                          <a:latin typeface="Calibri"/>
                        </a:rPr>
                        <a:t>Data &amp; search</a:t>
                      </a:r>
                    </a:p>
                  </a:txBody>
                  <a:tcPr marT="25400" marB="25400">
                    <a:solidFill>
                      <a:srgbClr val="FFFFFF"/>
                    </a:solidFill>
                  </a:tcPr>
                </a:tc>
                <a:tc>
                  <a:txBody>
                    <a:bodyPr/>
                    <a:lstStyle/>
                    <a:p>
                      <a:r>
                        <a:rPr sz="1300" dirty="0">
                          <a:solidFill>
                            <a:srgbClr val="1F2937"/>
                          </a:solidFill>
                          <a:latin typeface="Calibri"/>
                        </a:rPr>
                        <a:t>PostgreSQL full-text/trigram, permission-scoped</a:t>
                      </a:r>
                    </a:p>
                  </a:txBody>
                  <a:tcPr marT="25400" marB="25400">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415498"/>
          </a:xfrm>
          <a:prstGeom prst="rect">
            <a:avLst/>
          </a:prstGeom>
          <a:noFill/>
        </p:spPr>
        <p:txBody>
          <a:bodyPr wrap="square" lIns="0" tIns="0" rIns="0" bIns="0" anchor="t">
            <a:spAutoFit/>
          </a:bodyPr>
          <a:lstStyle/>
          <a:p>
            <a:pPr>
              <a:spcAft>
                <a:spcPts val="600"/>
              </a:spcAft>
            </a:pPr>
            <a:r>
              <a:rPr sz="2700" b="1" i="0" dirty="0">
                <a:solidFill>
                  <a:srgbClr val="1F2937"/>
                </a:solidFill>
                <a:latin typeface="Calibri"/>
              </a:rPr>
              <a:t>Data Model — High-Level ER Diagram</a:t>
            </a:r>
            <a:r>
              <a:rPr lang="en-US" sz="2700" b="1" i="0" dirty="0">
                <a:solidFill>
                  <a:srgbClr val="1F2937"/>
                </a:solidFill>
                <a:latin typeface="Calibri"/>
              </a:rPr>
              <a:t> </a:t>
            </a:r>
            <a:r>
              <a:rPr lang="en-SG" sz="2700" b="1" dirty="0">
                <a:solidFill>
                  <a:srgbClr val="1F2937"/>
                </a:solidFill>
              </a:rPr>
              <a:t>- Data Foundation</a:t>
            </a:r>
            <a:endParaRPr sz="2700" b="1" i="0" dirty="0">
              <a:solidFill>
                <a:srgbClr val="1F2937"/>
              </a:solidFill>
              <a:latin typeface="Calibri"/>
            </a:endParaRP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7</a:t>
            </a:r>
          </a:p>
        </p:txBody>
      </p:sp>
      <p:pic>
        <p:nvPicPr>
          <p:cNvPr id="9" name="图片 8">
            <a:extLst>
              <a:ext uri="{FF2B5EF4-FFF2-40B4-BE49-F238E27FC236}">
                <a16:creationId xmlns:a16="http://schemas.microsoft.com/office/drawing/2014/main" id="{EDDE30D0-4388-B011-DE94-8B34FB295764}"/>
              </a:ext>
            </a:extLst>
          </p:cNvPr>
          <p:cNvPicPr>
            <a:picLocks noChangeAspect="1"/>
          </p:cNvPicPr>
          <p:nvPr/>
        </p:nvPicPr>
        <p:blipFill>
          <a:blip r:embed="rId2"/>
          <a:stretch>
            <a:fillRect/>
          </a:stretch>
        </p:blipFill>
        <p:spPr>
          <a:xfrm>
            <a:off x="1033886" y="1062755"/>
            <a:ext cx="9453667" cy="53014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5B56A-036C-8F8C-2429-CA85A87ED2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4C1FFA-59D9-D699-7823-EF2DEC491404}"/>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5041EBF-0187-5F3D-C406-AFF942270995}"/>
              </a:ext>
            </a:extLst>
          </p:cNvPr>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1D51E1F-4C95-7F07-0129-5517C1AE26B1}"/>
              </a:ext>
            </a:extLst>
          </p:cNvPr>
          <p:cNvSpPr txBox="1"/>
          <p:nvPr/>
        </p:nvSpPr>
        <p:spPr>
          <a:xfrm>
            <a:off x="502920" y="347472"/>
            <a:ext cx="10515600" cy="415498"/>
          </a:xfrm>
          <a:prstGeom prst="rect">
            <a:avLst/>
          </a:prstGeom>
          <a:noFill/>
        </p:spPr>
        <p:txBody>
          <a:bodyPr wrap="square" lIns="0" tIns="0" rIns="0" bIns="0" anchor="t">
            <a:spAutoFit/>
          </a:bodyPr>
          <a:lstStyle/>
          <a:p>
            <a:pPr>
              <a:spcAft>
                <a:spcPts val="600"/>
              </a:spcAft>
            </a:pPr>
            <a:r>
              <a:rPr sz="2700" b="1" i="0" dirty="0">
                <a:solidFill>
                  <a:srgbClr val="1F2937"/>
                </a:solidFill>
                <a:latin typeface="Calibri"/>
              </a:rPr>
              <a:t>Data Model — High-Level ER Diagram</a:t>
            </a:r>
            <a:r>
              <a:rPr lang="en-US" sz="2700" b="1" i="0" dirty="0">
                <a:solidFill>
                  <a:srgbClr val="1F2937"/>
                </a:solidFill>
                <a:latin typeface="Calibri"/>
              </a:rPr>
              <a:t> </a:t>
            </a:r>
            <a:r>
              <a:rPr lang="en-SG" sz="2700" b="1" dirty="0">
                <a:solidFill>
                  <a:srgbClr val="1F2937"/>
                </a:solidFill>
              </a:rPr>
              <a:t>- Personalized Recommendation</a:t>
            </a:r>
            <a:endParaRPr sz="2700" b="1" i="0" dirty="0">
              <a:solidFill>
                <a:srgbClr val="1F2937"/>
              </a:solidFill>
              <a:latin typeface="Calibri"/>
            </a:endParaRPr>
          </a:p>
        </p:txBody>
      </p:sp>
      <p:sp>
        <p:nvSpPr>
          <p:cNvPr id="5" name="Rectangle 4">
            <a:extLst>
              <a:ext uri="{FF2B5EF4-FFF2-40B4-BE49-F238E27FC236}">
                <a16:creationId xmlns:a16="http://schemas.microsoft.com/office/drawing/2014/main" id="{AB2A041B-EAE3-ECD3-EA27-18A4AD32729E}"/>
              </a:ext>
            </a:extLst>
          </p:cNvPr>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CB7862E-9BD9-9633-87B8-B079F1DFACC7}"/>
              </a:ext>
            </a:extLst>
          </p:cNvPr>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a:extLst>
              <a:ext uri="{FF2B5EF4-FFF2-40B4-BE49-F238E27FC236}">
                <a16:creationId xmlns:a16="http://schemas.microsoft.com/office/drawing/2014/main" id="{7B9EBEF9-DF62-1CDD-189B-03F2E9CEF3D5}"/>
              </a:ext>
            </a:extLst>
          </p:cNvPr>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7</a:t>
            </a:r>
          </a:p>
        </p:txBody>
      </p:sp>
      <p:pic>
        <p:nvPicPr>
          <p:cNvPr id="9" name="图片 8">
            <a:extLst>
              <a:ext uri="{FF2B5EF4-FFF2-40B4-BE49-F238E27FC236}">
                <a16:creationId xmlns:a16="http://schemas.microsoft.com/office/drawing/2014/main" id="{F5185E0A-67FC-ED31-69C3-0FA87EEFCF05}"/>
              </a:ext>
            </a:extLst>
          </p:cNvPr>
          <p:cNvPicPr>
            <a:picLocks noChangeAspect="1"/>
          </p:cNvPicPr>
          <p:nvPr/>
        </p:nvPicPr>
        <p:blipFill>
          <a:blip r:embed="rId2"/>
          <a:stretch>
            <a:fillRect/>
          </a:stretch>
        </p:blipFill>
        <p:spPr>
          <a:xfrm>
            <a:off x="530352" y="762970"/>
            <a:ext cx="10751908" cy="5934439"/>
          </a:xfrm>
          <a:prstGeom prst="rect">
            <a:avLst/>
          </a:prstGeom>
        </p:spPr>
      </p:pic>
    </p:spTree>
    <p:extLst>
      <p:ext uri="{BB962C8B-B14F-4D97-AF65-F5344CB8AC3E}">
        <p14:creationId xmlns:p14="http://schemas.microsoft.com/office/powerpoint/2010/main" val="2034933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262B-9E6E-F55A-23F0-7BE4F27E62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7B058E-8F44-4A16-2670-8202393E162E}"/>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D1A203C-9726-D309-BF55-86EC2D2CEDF0}"/>
              </a:ext>
            </a:extLst>
          </p:cNvPr>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7DB365B-3958-4432-41AF-301D6554EBE2}"/>
              </a:ext>
            </a:extLst>
          </p:cNvPr>
          <p:cNvSpPr txBox="1"/>
          <p:nvPr/>
        </p:nvSpPr>
        <p:spPr>
          <a:xfrm>
            <a:off x="502920" y="347472"/>
            <a:ext cx="10515600" cy="415498"/>
          </a:xfrm>
          <a:prstGeom prst="rect">
            <a:avLst/>
          </a:prstGeom>
          <a:noFill/>
        </p:spPr>
        <p:txBody>
          <a:bodyPr wrap="square" lIns="0" tIns="0" rIns="0" bIns="0" anchor="t">
            <a:spAutoFit/>
          </a:bodyPr>
          <a:lstStyle/>
          <a:p>
            <a:pPr>
              <a:spcAft>
                <a:spcPts val="600"/>
              </a:spcAft>
            </a:pPr>
            <a:r>
              <a:rPr sz="2700" b="1" i="0" dirty="0">
                <a:solidFill>
                  <a:srgbClr val="1F2937"/>
                </a:solidFill>
                <a:latin typeface="Calibri"/>
              </a:rPr>
              <a:t>Data Model — High-Level ER Diagram</a:t>
            </a:r>
            <a:r>
              <a:rPr lang="en-US" sz="2700" b="1" i="0" dirty="0">
                <a:solidFill>
                  <a:srgbClr val="1F2937"/>
                </a:solidFill>
                <a:latin typeface="Calibri"/>
              </a:rPr>
              <a:t> </a:t>
            </a:r>
            <a:r>
              <a:rPr lang="en-SG" sz="2700" b="1" dirty="0">
                <a:solidFill>
                  <a:srgbClr val="1F2937"/>
                </a:solidFill>
              </a:rPr>
              <a:t>- Agent Cooking Plan</a:t>
            </a:r>
            <a:endParaRPr sz="2700" b="1" i="0" dirty="0">
              <a:solidFill>
                <a:srgbClr val="1F2937"/>
              </a:solidFill>
              <a:latin typeface="Calibri"/>
            </a:endParaRPr>
          </a:p>
        </p:txBody>
      </p:sp>
      <p:sp>
        <p:nvSpPr>
          <p:cNvPr id="5" name="Rectangle 4">
            <a:extLst>
              <a:ext uri="{FF2B5EF4-FFF2-40B4-BE49-F238E27FC236}">
                <a16:creationId xmlns:a16="http://schemas.microsoft.com/office/drawing/2014/main" id="{C510CC08-8D5E-28D4-15CA-E5BF19676AAB}"/>
              </a:ext>
            </a:extLst>
          </p:cNvPr>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2F171FF-BAF5-6825-D9A1-82344045E5DF}"/>
              </a:ext>
            </a:extLst>
          </p:cNvPr>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a:extLst>
              <a:ext uri="{FF2B5EF4-FFF2-40B4-BE49-F238E27FC236}">
                <a16:creationId xmlns:a16="http://schemas.microsoft.com/office/drawing/2014/main" id="{B033967F-19E8-EB98-355F-6F927F338A08}"/>
              </a:ext>
            </a:extLst>
          </p:cNvPr>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7</a:t>
            </a:r>
          </a:p>
        </p:txBody>
      </p:sp>
      <p:pic>
        <p:nvPicPr>
          <p:cNvPr id="10" name="图片 9">
            <a:extLst>
              <a:ext uri="{FF2B5EF4-FFF2-40B4-BE49-F238E27FC236}">
                <a16:creationId xmlns:a16="http://schemas.microsoft.com/office/drawing/2014/main" id="{8F714A5C-6D02-A369-8197-48197E24FD75}"/>
              </a:ext>
            </a:extLst>
          </p:cNvPr>
          <p:cNvPicPr>
            <a:picLocks noChangeAspect="1"/>
          </p:cNvPicPr>
          <p:nvPr/>
        </p:nvPicPr>
        <p:blipFill>
          <a:blip r:embed="rId2"/>
          <a:stretch>
            <a:fillRect/>
          </a:stretch>
        </p:blipFill>
        <p:spPr>
          <a:xfrm>
            <a:off x="1998017" y="827305"/>
            <a:ext cx="7315200" cy="5536919"/>
          </a:xfrm>
          <a:prstGeom prst="rect">
            <a:avLst/>
          </a:prstGeom>
        </p:spPr>
      </p:pic>
    </p:spTree>
    <p:extLst>
      <p:ext uri="{BB962C8B-B14F-4D97-AF65-F5344CB8AC3E}">
        <p14:creationId xmlns:p14="http://schemas.microsoft.com/office/powerpoint/2010/main" val="2326571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9F79B-2C32-EBA0-D544-9064CEBB07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710345-A12A-5A85-32DB-8A34FA71449D}"/>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0BBB8EF-3407-437A-A9A3-29B1555B0D00}"/>
              </a:ext>
            </a:extLst>
          </p:cNvPr>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1801C7D-053A-6D32-D526-ADBCA6177A2B}"/>
              </a:ext>
            </a:extLst>
          </p:cNvPr>
          <p:cNvSpPr txBox="1"/>
          <p:nvPr/>
        </p:nvSpPr>
        <p:spPr>
          <a:xfrm>
            <a:off x="502920" y="347472"/>
            <a:ext cx="10515600" cy="415498"/>
          </a:xfrm>
          <a:prstGeom prst="rect">
            <a:avLst/>
          </a:prstGeom>
          <a:noFill/>
        </p:spPr>
        <p:txBody>
          <a:bodyPr wrap="square" lIns="0" tIns="0" rIns="0" bIns="0" anchor="t">
            <a:spAutoFit/>
          </a:bodyPr>
          <a:lstStyle/>
          <a:p>
            <a:pPr>
              <a:spcAft>
                <a:spcPts val="600"/>
              </a:spcAft>
            </a:pPr>
            <a:r>
              <a:rPr sz="2700" b="1" i="0" dirty="0">
                <a:solidFill>
                  <a:srgbClr val="1F2937"/>
                </a:solidFill>
                <a:latin typeface="Calibri"/>
              </a:rPr>
              <a:t>Data Model — High-Level ER Diagram</a:t>
            </a:r>
            <a:r>
              <a:rPr lang="en-US" sz="2700" b="1" i="0" dirty="0">
                <a:solidFill>
                  <a:srgbClr val="1F2937"/>
                </a:solidFill>
                <a:latin typeface="Calibri"/>
              </a:rPr>
              <a:t> </a:t>
            </a:r>
            <a:r>
              <a:rPr lang="en-SG" sz="2700" b="1" dirty="0">
                <a:solidFill>
                  <a:srgbClr val="1F2937"/>
                </a:solidFill>
              </a:rPr>
              <a:t>- Grounded Chatbot</a:t>
            </a:r>
            <a:endParaRPr sz="2700" b="1" i="0" dirty="0">
              <a:solidFill>
                <a:srgbClr val="1F2937"/>
              </a:solidFill>
              <a:latin typeface="Calibri"/>
            </a:endParaRPr>
          </a:p>
        </p:txBody>
      </p:sp>
      <p:sp>
        <p:nvSpPr>
          <p:cNvPr id="5" name="Rectangle 4">
            <a:extLst>
              <a:ext uri="{FF2B5EF4-FFF2-40B4-BE49-F238E27FC236}">
                <a16:creationId xmlns:a16="http://schemas.microsoft.com/office/drawing/2014/main" id="{1AF2EC37-5CAA-769B-D9FB-E6E3CC7E8026}"/>
              </a:ext>
            </a:extLst>
          </p:cNvPr>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AEB7B1F-8B7F-7D82-FB00-744EF0134AAC}"/>
              </a:ext>
            </a:extLst>
          </p:cNvPr>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a:extLst>
              <a:ext uri="{FF2B5EF4-FFF2-40B4-BE49-F238E27FC236}">
                <a16:creationId xmlns:a16="http://schemas.microsoft.com/office/drawing/2014/main" id="{03854E41-D52A-10E1-822B-79C1B3CDB745}"/>
              </a:ext>
            </a:extLst>
          </p:cNvPr>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7</a:t>
            </a:r>
          </a:p>
        </p:txBody>
      </p:sp>
      <p:pic>
        <p:nvPicPr>
          <p:cNvPr id="10" name="图片 9">
            <a:extLst>
              <a:ext uri="{FF2B5EF4-FFF2-40B4-BE49-F238E27FC236}">
                <a16:creationId xmlns:a16="http://schemas.microsoft.com/office/drawing/2014/main" id="{7DCC7183-6DBB-8824-EDE4-68C43681875F}"/>
              </a:ext>
            </a:extLst>
          </p:cNvPr>
          <p:cNvPicPr>
            <a:picLocks noChangeAspect="1"/>
          </p:cNvPicPr>
          <p:nvPr/>
        </p:nvPicPr>
        <p:blipFill>
          <a:blip r:embed="rId2"/>
          <a:stretch>
            <a:fillRect/>
          </a:stretch>
        </p:blipFill>
        <p:spPr>
          <a:xfrm>
            <a:off x="1118059" y="945850"/>
            <a:ext cx="9955576" cy="5562481"/>
          </a:xfrm>
          <a:prstGeom prst="rect">
            <a:avLst/>
          </a:prstGeom>
        </p:spPr>
      </p:pic>
    </p:spTree>
    <p:extLst>
      <p:ext uri="{BB962C8B-B14F-4D97-AF65-F5344CB8AC3E}">
        <p14:creationId xmlns:p14="http://schemas.microsoft.com/office/powerpoint/2010/main" val="3642397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D57D-68DC-7F75-4F36-C78C07DA099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413599A-8933-1501-8677-2D4FEAAE9127}"/>
              </a:ext>
            </a:extLst>
          </p:cNvPr>
          <p:cNvSpPr txBox="1"/>
          <p:nvPr/>
        </p:nvSpPr>
        <p:spPr>
          <a:xfrm>
            <a:off x="3212037" y="2921168"/>
            <a:ext cx="5767926" cy="1015663"/>
          </a:xfrm>
          <a:prstGeom prst="rect">
            <a:avLst/>
          </a:prstGeom>
          <a:noFill/>
        </p:spPr>
        <p:txBody>
          <a:bodyPr wrap="none" rtlCol="0">
            <a:spAutoFit/>
          </a:bodyPr>
          <a:lstStyle/>
          <a:p>
            <a:r>
              <a:rPr lang="en-US" altLang="zh-CN" sz="6000"/>
              <a:t>Machine Learning</a:t>
            </a:r>
            <a:endParaRPr lang="zh-CN" altLang="en-US" sz="6000"/>
          </a:p>
        </p:txBody>
      </p:sp>
    </p:spTree>
    <p:extLst>
      <p:ext uri="{BB962C8B-B14F-4D97-AF65-F5344CB8AC3E}">
        <p14:creationId xmlns:p14="http://schemas.microsoft.com/office/powerpoint/2010/main" val="2384137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20D9A2E1-E88C-4CD7-A1F2-31591B67242C}"/>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6-title">
            <a:extLst>
              <a:ext uri="{FF2B5EF4-FFF2-40B4-BE49-F238E27FC236}">
                <a16:creationId xmlns:a16="http://schemas.microsoft.com/office/drawing/2014/main" id="{1CD4F976-F6EC-44DF-A807-6C4723A99DF5}"/>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3450" b="1" i="0">
                <a:solidFill>
                  <a:srgbClr val="192526"/>
                </a:solidFill>
                <a:latin typeface="Arial"/>
                <a:ea typeface="Arial"/>
                <a:cs typeface="Arial"/>
              </a:rPr>
              <a:t>Hybrid </a:t>
            </a:r>
            <a:r>
              <a:rPr lang="en-US" altLang="zh-CN" sz="4400" b="1" i="0">
                <a:solidFill>
                  <a:srgbClr val="192526"/>
                </a:solidFill>
                <a:latin typeface="Arial"/>
                <a:ea typeface="Arial"/>
                <a:cs typeface="Arial"/>
              </a:rPr>
              <a:t>Machine Learning </a:t>
            </a:r>
            <a:r>
              <a:rPr sz="3450" b="1" i="0">
                <a:solidFill>
                  <a:srgbClr val="192526"/>
                </a:solidFill>
                <a:latin typeface="Arial"/>
                <a:ea typeface="Arial"/>
                <a:cs typeface="Arial"/>
              </a:rPr>
              <a:t>Mode</a:t>
            </a:r>
            <a:r>
              <a:rPr lang="en-US" sz="3450" b="1" i="0">
                <a:solidFill>
                  <a:srgbClr val="192526"/>
                </a:solidFill>
                <a:latin typeface="Arial"/>
                <a:ea typeface="Arial"/>
                <a:cs typeface="Arial"/>
              </a:rPr>
              <a:t>l</a:t>
            </a:r>
            <a:endParaRPr sz="3450" b="1" i="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64BDC852-FFF9-4B14-9524-41E98C54B4D5}"/>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F47B87D9-1A84-4FCE-A6DF-C153C65CB3AF}"/>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EAAD4A59-037F-44E1-B97D-64D01F56FA86}"/>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08</a:t>
            </a:r>
          </a:p>
        </p:txBody>
      </p:sp>
      <p:sp>
        <p:nvSpPr>
          <p:cNvPr id="6" name="矩形: 圆角 5">
            <a:extLst>
              <a:ext uri="{FF2B5EF4-FFF2-40B4-BE49-F238E27FC236}">
                <a16:creationId xmlns:a16="http://schemas.microsoft.com/office/drawing/2014/main" id="{D39B4821-DF72-4F57-8014-DFCF4D69EC74}"/>
              </a:ext>
            </a:extLst>
          </p:cNvPr>
          <p:cNvSpPr>
            <a:spLocks noGrp="1"/>
          </p:cNvSpPr>
          <p:nvPr/>
        </p:nvSpPr>
        <p:spPr>
          <a:xfrm>
            <a:off x="666750" y="1504950"/>
            <a:ext cx="2095500" cy="685800"/>
          </a:xfrm>
          <a:prstGeom prst="roundRect">
            <a:avLst>
              <a:gd name="adj" fmla="val 19444"/>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800" b="1">
                <a:solidFill>
                  <a:srgbClr val="B86143"/>
                </a:solidFill>
                <a:latin typeface="Arial"/>
                <a:ea typeface="Arial"/>
                <a:cs typeface="Arial"/>
              </a:defRPr>
            </a:pPr>
            <a:r>
              <a:rPr sz="1800" b="1">
                <a:solidFill>
                  <a:srgbClr val="B86143"/>
                </a:solidFill>
                <a:latin typeface="Arial"/>
                <a:ea typeface="Arial"/>
                <a:cs typeface="Arial"/>
              </a:rPr>
              <a:t>HARD RULES</a:t>
            </a:r>
          </a:p>
        </p:txBody>
      </p:sp>
      <p:sp>
        <p:nvSpPr>
          <p:cNvPr id="7" name="矩形 6">
            <a:extLst>
              <a:ext uri="{FF2B5EF4-FFF2-40B4-BE49-F238E27FC236}">
                <a16:creationId xmlns:a16="http://schemas.microsoft.com/office/drawing/2014/main" id="{D3194691-C257-434B-BE46-B9BA9B7E2D8B}"/>
              </a:ext>
            </a:extLst>
          </p:cNvPr>
          <p:cNvSpPr>
            <a:spLocks noGrp="1"/>
          </p:cNvSpPr>
          <p:nvPr/>
        </p:nvSpPr>
        <p:spPr>
          <a:xfrm>
            <a:off x="3105150" y="1676400"/>
            <a:ext cx="7924800" cy="361950"/>
          </a:xfrm>
          <a:prstGeom prst="rect">
            <a:avLst/>
          </a:prstGeom>
          <a:noFill/>
          <a:ln w="0">
            <a:noFill/>
            <a:prstDash val="solid"/>
          </a:ln>
        </p:spPr>
        <p:txBody>
          <a:bodyPr wrap="square" lIns="0" tIns="0" rIns="0" bIns="0" anchor="ctr">
            <a:noAutofit/>
          </a:bodyPr>
          <a:lstStyle/>
          <a:p>
            <a:pPr>
              <a:lnSpc>
                <a:spcPct val="105000"/>
              </a:lnSpc>
              <a:defRPr sz="1575" b="0" i="0">
                <a:solidFill>
                  <a:srgbClr val="667174"/>
                </a:solidFill>
                <a:latin typeface="Arial"/>
                <a:ea typeface="Arial"/>
                <a:cs typeface="Arial"/>
              </a:defRPr>
            </a:pPr>
            <a:r>
              <a:rPr lang="en-SG" sz="1575">
                <a:solidFill>
                  <a:srgbClr val="667174"/>
                </a:solidFill>
                <a:latin typeface="Arial"/>
                <a:ea typeface="Arial"/>
                <a:cs typeface="Arial"/>
              </a:rPr>
              <a:t>Remove allergy / over-budget / repetition</a:t>
            </a:r>
            <a:endParaRPr sz="1575" b="0" i="0">
              <a:solidFill>
                <a:srgbClr val="667174"/>
              </a:solidFill>
              <a:latin typeface="Arial"/>
              <a:ea typeface="Arial"/>
              <a:cs typeface="Arial"/>
            </a:endParaRPr>
          </a:p>
        </p:txBody>
      </p:sp>
      <p:sp>
        <p:nvSpPr>
          <p:cNvPr id="8" name="直接连接符 7">
            <a:extLst>
              <a:ext uri="{FF2B5EF4-FFF2-40B4-BE49-F238E27FC236}">
                <a16:creationId xmlns:a16="http://schemas.microsoft.com/office/drawing/2014/main" id="{E760F973-9230-422D-8A49-332BEC24B114}"/>
              </a:ext>
            </a:extLst>
          </p:cNvPr>
          <p:cNvSpPr>
            <a:spLocks noGrp="1"/>
          </p:cNvSpPr>
          <p:nvPr/>
        </p:nvSpPr>
        <p:spPr>
          <a:xfrm>
            <a:off x="666750" y="2400300"/>
            <a:ext cx="10363200" cy="0"/>
          </a:xfrm>
          <a:prstGeom prst="line">
            <a:avLst/>
          </a:prstGeom>
          <a:noFill/>
          <a:ln w="11430">
            <a:solidFill>
              <a:srgbClr val="D8DDD9"/>
            </a:solidFill>
            <a:prstDash val="solid"/>
          </a:ln>
        </p:spPr>
        <p:txBody>
          <a:bodyPr/>
          <a:lstStyle/>
          <a:p>
            <a:endParaRPr/>
          </a:p>
        </p:txBody>
      </p:sp>
      <p:sp>
        <p:nvSpPr>
          <p:cNvPr id="9" name="矩形: 圆角 8">
            <a:extLst>
              <a:ext uri="{FF2B5EF4-FFF2-40B4-BE49-F238E27FC236}">
                <a16:creationId xmlns:a16="http://schemas.microsoft.com/office/drawing/2014/main" id="{05163E14-23F6-464C-8A79-C281D2026393}"/>
              </a:ext>
            </a:extLst>
          </p:cNvPr>
          <p:cNvSpPr>
            <a:spLocks noGrp="1"/>
          </p:cNvSpPr>
          <p:nvPr/>
        </p:nvSpPr>
        <p:spPr>
          <a:xfrm>
            <a:off x="666750" y="3009900"/>
            <a:ext cx="5972886" cy="2152650"/>
          </a:xfrm>
          <a:prstGeom prst="roundRect">
            <a:avLst>
              <a:gd name="adj" fmla="val 7080"/>
            </a:avLst>
          </a:prstGeom>
          <a:solidFill>
            <a:srgbClr val="FFFFFF"/>
          </a:solidFill>
          <a:ln w="12383">
            <a:solidFill>
              <a:srgbClr val="4F806B"/>
            </a:solidFill>
            <a:prstDash val="solid"/>
          </a:ln>
        </p:spPr>
        <p:txBody>
          <a:bodyPr/>
          <a:lstStyle/>
          <a:p>
            <a:endParaRPr/>
          </a:p>
        </p:txBody>
      </p:sp>
      <p:sp>
        <p:nvSpPr>
          <p:cNvPr id="10" name="矩形 9">
            <a:extLst>
              <a:ext uri="{FF2B5EF4-FFF2-40B4-BE49-F238E27FC236}">
                <a16:creationId xmlns:a16="http://schemas.microsoft.com/office/drawing/2014/main" id="{4FF74F85-90D6-4288-8D8E-B211DAC6627C}"/>
              </a:ext>
            </a:extLst>
          </p:cNvPr>
          <p:cNvSpPr>
            <a:spLocks noGrp="1"/>
          </p:cNvSpPr>
          <p:nvPr/>
        </p:nvSpPr>
        <p:spPr>
          <a:xfrm>
            <a:off x="933450" y="3219450"/>
            <a:ext cx="2286000" cy="266700"/>
          </a:xfrm>
          <a:prstGeom prst="rect">
            <a:avLst/>
          </a:prstGeom>
          <a:noFill/>
          <a:ln w="0">
            <a:noFill/>
            <a:prstDash val="solid"/>
          </a:ln>
        </p:spPr>
        <p:txBody>
          <a:bodyPr wrap="square" lIns="0" tIns="0" rIns="0" bIns="0" anchor="t">
            <a:noAutofit/>
          </a:bodyPr>
          <a:lstStyle/>
          <a:p>
            <a:pPr algn="l">
              <a:lnSpc>
                <a:spcPct val="105000"/>
              </a:lnSpc>
              <a:buNone/>
              <a:defRPr sz="1425" b="1" i="0">
                <a:solidFill>
                  <a:srgbClr val="356B56"/>
                </a:solidFill>
                <a:latin typeface="Arial"/>
                <a:ea typeface="Arial"/>
                <a:cs typeface="Arial"/>
              </a:defRPr>
            </a:pPr>
            <a:r>
              <a:rPr sz="1425" b="1" i="0">
                <a:solidFill>
                  <a:srgbClr val="356B56"/>
                </a:solidFill>
                <a:latin typeface="Arial"/>
                <a:ea typeface="Arial"/>
                <a:cs typeface="Arial"/>
              </a:rPr>
              <a:t>MODEL FEATURES</a:t>
            </a:r>
          </a:p>
        </p:txBody>
      </p:sp>
      <p:sp>
        <p:nvSpPr>
          <p:cNvPr id="11" name="矩形 10">
            <a:extLst>
              <a:ext uri="{FF2B5EF4-FFF2-40B4-BE49-F238E27FC236}">
                <a16:creationId xmlns:a16="http://schemas.microsoft.com/office/drawing/2014/main" id="{AB8C57AB-E7F7-4555-A106-59714108791D}"/>
              </a:ext>
            </a:extLst>
          </p:cNvPr>
          <p:cNvSpPr>
            <a:spLocks noGrp="1"/>
          </p:cNvSpPr>
          <p:nvPr/>
        </p:nvSpPr>
        <p:spPr>
          <a:xfrm>
            <a:off x="933450" y="369570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UserCF</a:t>
            </a:r>
          </a:p>
        </p:txBody>
      </p:sp>
      <p:sp>
        <p:nvSpPr>
          <p:cNvPr id="12" name="矩形 11">
            <a:extLst>
              <a:ext uri="{FF2B5EF4-FFF2-40B4-BE49-F238E27FC236}">
                <a16:creationId xmlns:a16="http://schemas.microsoft.com/office/drawing/2014/main" id="{E7C116C2-9859-4E90-B40D-2174FCE2D00C}"/>
              </a:ext>
            </a:extLst>
          </p:cNvPr>
          <p:cNvSpPr>
            <a:spLocks noGrp="1"/>
          </p:cNvSpPr>
          <p:nvPr/>
        </p:nvSpPr>
        <p:spPr>
          <a:xfrm>
            <a:off x="1934286" y="3721716"/>
            <a:ext cx="3853787" cy="261572"/>
          </a:xfrm>
          <a:prstGeom prst="rect">
            <a:avLst/>
          </a:prstGeom>
          <a:noFill/>
          <a:ln w="0">
            <a:noFill/>
            <a:prstDash val="solid"/>
          </a:ln>
        </p:spPr>
        <p:txBody>
          <a:bodyPr wrap="square" lIns="0" tIns="0" rIns="0" bIns="0" anchor="t">
            <a:noAutofit/>
          </a:bodyPr>
          <a:lstStyle/>
          <a:p>
            <a:pPr>
              <a:lnSpc>
                <a:spcPct val="105000"/>
              </a:lnSpc>
              <a:defRPr sz="1575" b="0" i="0">
                <a:solidFill>
                  <a:srgbClr val="667174"/>
                </a:solidFill>
                <a:latin typeface="Arial"/>
                <a:ea typeface="Arial"/>
                <a:cs typeface="Arial"/>
              </a:defRPr>
            </a:pPr>
            <a:r>
              <a:rPr sz="1575" b="0" i="0">
                <a:solidFill>
                  <a:srgbClr val="667174"/>
                </a:solidFill>
                <a:latin typeface="Arial"/>
                <a:ea typeface="Arial"/>
                <a:cs typeface="Arial"/>
              </a:rPr>
              <a:t>Similar users</a:t>
            </a:r>
            <a:r>
              <a:rPr lang="en-SG" sz="1575" b="0" i="0">
                <a:solidFill>
                  <a:srgbClr val="667174"/>
                </a:solidFill>
                <a:latin typeface="Arial"/>
                <a:ea typeface="Arial"/>
                <a:cs typeface="Arial"/>
              </a:rPr>
              <a:t>: </a:t>
            </a:r>
            <a:r>
              <a:rPr lang="en-SG" sz="1575">
                <a:solidFill>
                  <a:srgbClr val="667174"/>
                </a:solidFill>
                <a:latin typeface="Arial"/>
                <a:ea typeface="Arial"/>
                <a:cs typeface="Arial"/>
              </a:rPr>
              <a:t>"What do similar users like?"</a:t>
            </a:r>
            <a:endParaRPr sz="1575" b="0" i="0">
              <a:solidFill>
                <a:srgbClr val="667174"/>
              </a:solidFill>
              <a:latin typeface="Arial"/>
              <a:ea typeface="Arial"/>
              <a:cs typeface="Arial"/>
            </a:endParaRPr>
          </a:p>
        </p:txBody>
      </p:sp>
      <p:sp>
        <p:nvSpPr>
          <p:cNvPr id="13" name="直接连接符 12">
            <a:extLst>
              <a:ext uri="{FF2B5EF4-FFF2-40B4-BE49-F238E27FC236}">
                <a16:creationId xmlns:a16="http://schemas.microsoft.com/office/drawing/2014/main" id="{8C5394DC-9D02-4416-A1E6-1B71359CC4A4}"/>
              </a:ext>
            </a:extLst>
          </p:cNvPr>
          <p:cNvSpPr>
            <a:spLocks noGrp="1"/>
          </p:cNvSpPr>
          <p:nvPr/>
        </p:nvSpPr>
        <p:spPr>
          <a:xfrm>
            <a:off x="933450" y="4095750"/>
            <a:ext cx="4705350" cy="0"/>
          </a:xfrm>
          <a:prstGeom prst="line">
            <a:avLst/>
          </a:prstGeom>
          <a:noFill/>
          <a:ln w="9525">
            <a:solidFill>
              <a:srgbClr val="D8DDD9"/>
            </a:solidFill>
            <a:prstDash val="solid"/>
          </a:ln>
        </p:spPr>
        <p:txBody>
          <a:bodyPr/>
          <a:lstStyle/>
          <a:p>
            <a:endParaRPr/>
          </a:p>
        </p:txBody>
      </p:sp>
      <p:sp>
        <p:nvSpPr>
          <p:cNvPr id="14" name="矩形 13">
            <a:extLst>
              <a:ext uri="{FF2B5EF4-FFF2-40B4-BE49-F238E27FC236}">
                <a16:creationId xmlns:a16="http://schemas.microsoft.com/office/drawing/2014/main" id="{64A13D41-5F83-40A4-8F58-D399176412D5}"/>
              </a:ext>
            </a:extLst>
          </p:cNvPr>
          <p:cNvSpPr>
            <a:spLocks noGrp="1"/>
          </p:cNvSpPr>
          <p:nvPr/>
        </p:nvSpPr>
        <p:spPr>
          <a:xfrm>
            <a:off x="933450" y="424815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ItemCF</a:t>
            </a:r>
          </a:p>
        </p:txBody>
      </p:sp>
      <p:sp>
        <p:nvSpPr>
          <p:cNvPr id="15" name="矩形 14">
            <a:extLst>
              <a:ext uri="{FF2B5EF4-FFF2-40B4-BE49-F238E27FC236}">
                <a16:creationId xmlns:a16="http://schemas.microsoft.com/office/drawing/2014/main" id="{CAE61713-32F9-46F0-9472-F464AC6AB9E6}"/>
              </a:ext>
            </a:extLst>
          </p:cNvPr>
          <p:cNvSpPr>
            <a:spLocks noGrp="1"/>
          </p:cNvSpPr>
          <p:nvPr/>
        </p:nvSpPr>
        <p:spPr>
          <a:xfrm>
            <a:off x="1934286" y="4124678"/>
            <a:ext cx="4381502" cy="424929"/>
          </a:xfrm>
          <a:prstGeom prst="rect">
            <a:avLst/>
          </a:prstGeom>
          <a:noFill/>
          <a:ln w="0">
            <a:noFill/>
            <a:prstDash val="solid"/>
          </a:ln>
        </p:spPr>
        <p:txBody>
          <a:bodyPr wrap="square" lIns="0" tIns="0" rIns="0" bIns="0" anchor="t">
            <a:noAutofit/>
          </a:bodyPr>
          <a:lstStyle/>
          <a:p>
            <a:pPr>
              <a:lnSpc>
                <a:spcPct val="105000"/>
              </a:lnSpc>
              <a:defRPr sz="1575" b="0" i="0">
                <a:solidFill>
                  <a:srgbClr val="667174"/>
                </a:solidFill>
                <a:latin typeface="Arial"/>
                <a:ea typeface="Arial"/>
                <a:cs typeface="Arial"/>
              </a:defRPr>
            </a:pPr>
            <a:r>
              <a:rPr sz="1575" b="0" i="0">
                <a:solidFill>
                  <a:srgbClr val="667174"/>
                </a:solidFill>
                <a:latin typeface="Arial"/>
                <a:ea typeface="Arial"/>
                <a:cs typeface="Arial"/>
              </a:rPr>
              <a:t>Similar meals</a:t>
            </a:r>
            <a:r>
              <a:rPr lang="en-SG" sz="1575">
                <a:solidFill>
                  <a:srgbClr val="667174"/>
                </a:solidFill>
                <a:latin typeface="Arial"/>
                <a:ea typeface="Arial"/>
                <a:cs typeface="Arial"/>
              </a:rPr>
              <a:t>: "What meals are similar to meals I liked?"</a:t>
            </a:r>
            <a:endParaRPr sz="1575" b="0" i="0">
              <a:solidFill>
                <a:srgbClr val="667174"/>
              </a:solidFill>
              <a:latin typeface="Arial"/>
              <a:ea typeface="Arial"/>
              <a:cs typeface="Arial"/>
            </a:endParaRPr>
          </a:p>
        </p:txBody>
      </p:sp>
      <p:sp>
        <p:nvSpPr>
          <p:cNvPr id="16" name="直接连接符 15">
            <a:extLst>
              <a:ext uri="{FF2B5EF4-FFF2-40B4-BE49-F238E27FC236}">
                <a16:creationId xmlns:a16="http://schemas.microsoft.com/office/drawing/2014/main" id="{73B86C44-783F-4A39-BFE2-545214D0B052}"/>
              </a:ext>
            </a:extLst>
          </p:cNvPr>
          <p:cNvSpPr>
            <a:spLocks noGrp="1"/>
          </p:cNvSpPr>
          <p:nvPr/>
        </p:nvSpPr>
        <p:spPr>
          <a:xfrm>
            <a:off x="933450" y="4648200"/>
            <a:ext cx="4705350" cy="0"/>
          </a:xfrm>
          <a:prstGeom prst="line">
            <a:avLst/>
          </a:prstGeom>
          <a:noFill/>
          <a:ln w="9525">
            <a:solidFill>
              <a:srgbClr val="D8DDD9"/>
            </a:solidFill>
            <a:prstDash val="solid"/>
          </a:ln>
        </p:spPr>
        <p:txBody>
          <a:bodyPr/>
          <a:lstStyle/>
          <a:p>
            <a:endParaRPr/>
          </a:p>
        </p:txBody>
      </p:sp>
      <p:sp>
        <p:nvSpPr>
          <p:cNvPr id="17" name="矩形 16">
            <a:extLst>
              <a:ext uri="{FF2B5EF4-FFF2-40B4-BE49-F238E27FC236}">
                <a16:creationId xmlns:a16="http://schemas.microsoft.com/office/drawing/2014/main" id="{CACDEC88-DDCB-4283-A3EC-CF3BA1197722}"/>
              </a:ext>
            </a:extLst>
          </p:cNvPr>
          <p:cNvSpPr>
            <a:spLocks noGrp="1"/>
          </p:cNvSpPr>
          <p:nvPr/>
        </p:nvSpPr>
        <p:spPr>
          <a:xfrm>
            <a:off x="933450" y="478155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Context</a:t>
            </a:r>
          </a:p>
        </p:txBody>
      </p:sp>
      <p:sp>
        <p:nvSpPr>
          <p:cNvPr id="19" name="矩形: 圆角 18">
            <a:extLst>
              <a:ext uri="{FF2B5EF4-FFF2-40B4-BE49-F238E27FC236}">
                <a16:creationId xmlns:a16="http://schemas.microsoft.com/office/drawing/2014/main" id="{1F66D045-9E70-48B7-B0A4-F9D888A4BB59}"/>
              </a:ext>
            </a:extLst>
          </p:cNvPr>
          <p:cNvSpPr>
            <a:spLocks noGrp="1"/>
          </p:cNvSpPr>
          <p:nvPr/>
        </p:nvSpPr>
        <p:spPr>
          <a:xfrm>
            <a:off x="6968604" y="3418780"/>
            <a:ext cx="1943100" cy="1334889"/>
          </a:xfrm>
          <a:prstGeom prst="roundRect">
            <a:avLst>
              <a:gd name="adj" fmla="val 10448"/>
            </a:avLst>
          </a:prstGeom>
          <a:solidFill>
            <a:srgbClr val="E7F0EB"/>
          </a:solidFill>
          <a:ln w="13335">
            <a:solidFill>
              <a:srgbClr val="4F806B"/>
            </a:solidFill>
            <a:prstDash val="solid"/>
          </a:ln>
        </p:spPr>
        <p:txBody>
          <a:bodyPr wrap="square" lIns="114300" tIns="95250" rIns="114300" bIns="95250" anchor="ctr">
            <a:noAutofit/>
          </a:bodyPr>
          <a:lstStyle/>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LOGISTIC</a:t>
            </a:r>
          </a:p>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REGRESSION</a:t>
            </a:r>
          </a:p>
        </p:txBody>
      </p:sp>
      <p:sp>
        <p:nvSpPr>
          <p:cNvPr id="20" name="矩形: 圆角 19">
            <a:extLst>
              <a:ext uri="{FF2B5EF4-FFF2-40B4-BE49-F238E27FC236}">
                <a16:creationId xmlns:a16="http://schemas.microsoft.com/office/drawing/2014/main" id="{7DE022AF-2FF8-44A6-BB8F-EC2DA9D17A28}"/>
              </a:ext>
            </a:extLst>
          </p:cNvPr>
          <p:cNvSpPr>
            <a:spLocks noGrp="1"/>
          </p:cNvSpPr>
          <p:nvPr/>
        </p:nvSpPr>
        <p:spPr>
          <a:xfrm>
            <a:off x="9152388" y="3448050"/>
            <a:ext cx="1356815" cy="1276350"/>
          </a:xfrm>
          <a:prstGeom prst="roundRect">
            <a:avLst>
              <a:gd name="adj" fmla="val 10448"/>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lang="en-SG" sz="1725" b="1">
                <a:solidFill>
                  <a:srgbClr val="B86143"/>
                </a:solidFill>
                <a:latin typeface="Arial"/>
                <a:ea typeface="Arial"/>
                <a:cs typeface="Arial"/>
              </a:rPr>
              <a:t>P(Accept)</a:t>
            </a:r>
            <a:endParaRPr sz="1725" b="1">
              <a:solidFill>
                <a:srgbClr val="B86143"/>
              </a:solidFill>
              <a:latin typeface="Arial"/>
              <a:ea typeface="Arial"/>
              <a:cs typeface="Arial"/>
            </a:endParaRPr>
          </a:p>
        </p:txBody>
      </p:sp>
      <p:cxnSp>
        <p:nvCxnSpPr>
          <p:cNvPr id="89" name="直接箭头连接符 44"/>
          <p:cNvCxnSpPr>
            <a:cxnSpLocks/>
            <a:stCxn id="9" idx="3"/>
            <a:endCxn id="19" idx="1"/>
          </p:cNvCxnSpPr>
          <p:nvPr/>
        </p:nvCxnSpPr>
        <p:spPr>
          <a:xfrm>
            <a:off x="6639636" y="4086225"/>
            <a:ext cx="328968" cy="0"/>
          </a:xfrm>
          <a:prstGeom prst="straightConnector1">
            <a:avLst/>
          </a:prstGeom>
          <a:ln w="19050">
            <a:solidFill>
              <a:srgbClr val="4F806B"/>
            </a:solidFill>
            <a:prstDash val="solid"/>
            <a:tailEnd type="arrow" w="sm" len="sm"/>
          </a:ln>
        </p:spPr>
      </p:cxnSp>
      <p:cxnSp>
        <p:nvCxnSpPr>
          <p:cNvPr id="90" name="直接箭头连接符 45"/>
          <p:cNvCxnSpPr>
            <a:cxnSpLocks/>
            <a:stCxn id="19" idx="3"/>
            <a:endCxn id="20" idx="1"/>
          </p:cNvCxnSpPr>
          <p:nvPr/>
        </p:nvCxnSpPr>
        <p:spPr>
          <a:xfrm>
            <a:off x="8911704" y="4086225"/>
            <a:ext cx="240684" cy="0"/>
          </a:xfrm>
          <a:prstGeom prst="straightConnector1">
            <a:avLst/>
          </a:prstGeom>
          <a:ln w="20955">
            <a:solidFill>
              <a:srgbClr val="B86143"/>
            </a:solidFill>
            <a:prstDash val="solid"/>
            <a:tailEnd type="arrow" w="sm" len="sm"/>
          </a:ln>
        </p:spPr>
      </p:cxnSp>
      <p:sp>
        <p:nvSpPr>
          <p:cNvPr id="23" name="矩形: 圆角 22">
            <a:extLst>
              <a:ext uri="{FF2B5EF4-FFF2-40B4-BE49-F238E27FC236}">
                <a16:creationId xmlns:a16="http://schemas.microsoft.com/office/drawing/2014/main" id="{FF9AD598-DE59-4A7A-B349-03A9D8969546}"/>
              </a:ext>
            </a:extLst>
          </p:cNvPr>
          <p:cNvSpPr>
            <a:spLocks noGrp="1"/>
          </p:cNvSpPr>
          <p:nvPr/>
        </p:nvSpPr>
        <p:spPr>
          <a:xfrm>
            <a:off x="744514" y="5536584"/>
            <a:ext cx="5219700" cy="685800"/>
          </a:xfrm>
          <a:prstGeom prst="roundRect">
            <a:avLst>
              <a:gd name="adj" fmla="val 19444"/>
            </a:avLst>
          </a:prstGeom>
          <a:solidFill>
            <a:srgbClr val="F0F1EE"/>
          </a:solidFill>
          <a:ln w="9525">
            <a:solidFill>
              <a:srgbClr val="D8DDD9"/>
            </a:solidFill>
            <a:prstDash val="solid"/>
          </a:ln>
        </p:spPr>
        <p:txBody>
          <a:bodyPr wrap="square" lIns="152400" tIns="104775" rIns="152400" bIns="95250" anchor="ctr">
            <a:noAutofit/>
          </a:bodyPr>
          <a:lstStyle/>
          <a:p>
            <a:pPr>
              <a:defRPr sz="1350" b="0">
                <a:solidFill>
                  <a:srgbClr val="667174"/>
                </a:solidFill>
                <a:latin typeface="Arial"/>
                <a:ea typeface="Arial"/>
                <a:cs typeface="Arial"/>
              </a:defRPr>
            </a:pPr>
            <a:r>
              <a:rPr lang="en-US" sz="1350">
                <a:solidFill>
                  <a:srgbClr val="667174"/>
                </a:solidFill>
                <a:latin typeface="Arial"/>
                <a:ea typeface="Arial"/>
                <a:cs typeface="Arial"/>
              </a:rPr>
              <a:t>Start dataset</a:t>
            </a:r>
            <a:r>
              <a:rPr sz="1350" b="0">
                <a:solidFill>
                  <a:srgbClr val="667174"/>
                </a:solidFill>
                <a:latin typeface="Arial"/>
                <a:ea typeface="Arial"/>
                <a:cs typeface="Arial"/>
              </a:rPr>
              <a:t>.</a:t>
            </a:r>
            <a:r>
              <a:rPr lang="en-US" sz="1350" b="0">
                <a:solidFill>
                  <a:srgbClr val="667174"/>
                </a:solidFill>
                <a:latin typeface="Arial"/>
                <a:ea typeface="Arial"/>
                <a:cs typeface="Arial"/>
              </a:rPr>
              <a:t> </a:t>
            </a:r>
            <a:r>
              <a:rPr lang="en-US" sz="1350"/>
              <a:t>Yelp Open Dataset</a:t>
            </a:r>
            <a:r>
              <a:rPr lang="en-SG" sz="1350"/>
              <a:t> </a:t>
            </a:r>
            <a:endParaRPr sz="1350" b="0">
              <a:solidFill>
                <a:srgbClr val="667174"/>
              </a:solidFill>
              <a:latin typeface="Arial"/>
              <a:ea typeface="Arial"/>
              <a:cs typeface="Arial"/>
            </a:endParaRPr>
          </a:p>
        </p:txBody>
      </p:sp>
      <p:sp>
        <p:nvSpPr>
          <p:cNvPr id="24" name="矩形: 圆角 23">
            <a:extLst>
              <a:ext uri="{FF2B5EF4-FFF2-40B4-BE49-F238E27FC236}">
                <a16:creationId xmlns:a16="http://schemas.microsoft.com/office/drawing/2014/main" id="{59F18F94-AA8C-4FAD-BD46-29DE2EB908B1}"/>
              </a:ext>
            </a:extLst>
          </p:cNvPr>
          <p:cNvSpPr>
            <a:spLocks noGrp="1"/>
          </p:cNvSpPr>
          <p:nvPr/>
        </p:nvSpPr>
        <p:spPr>
          <a:xfrm>
            <a:off x="6305550" y="5524500"/>
            <a:ext cx="5238750" cy="685800"/>
          </a:xfrm>
          <a:prstGeom prst="roundRect">
            <a:avLst>
              <a:gd name="adj" fmla="val 19444"/>
            </a:avLst>
          </a:prstGeom>
          <a:solidFill>
            <a:srgbClr val="F0F1EE"/>
          </a:solidFill>
          <a:ln w="9525">
            <a:solidFill>
              <a:srgbClr val="D8DDD9"/>
            </a:solidFill>
            <a:prstDash val="solid"/>
          </a:ln>
        </p:spPr>
        <p:txBody>
          <a:bodyPr wrap="square" lIns="152400" tIns="104775" rIns="152400" bIns="95250" anchor="ctr">
            <a:noAutofit/>
          </a:bodyPr>
          <a:lstStyle/>
          <a:p>
            <a:pPr algn="l">
              <a:lnSpc>
                <a:spcPct val="100000"/>
              </a:lnSpc>
              <a:buNone/>
              <a:defRPr sz="1350" b="0">
                <a:solidFill>
                  <a:srgbClr val="667174"/>
                </a:solidFill>
                <a:latin typeface="Arial"/>
                <a:ea typeface="Arial"/>
                <a:cs typeface="Arial"/>
              </a:defRPr>
            </a:pPr>
            <a:r>
              <a:rPr lang="en-US" altLang="zh-CN" sz="1350" b="0">
                <a:solidFill>
                  <a:srgbClr val="667174"/>
                </a:solidFill>
                <a:latin typeface="Arial"/>
                <a:ea typeface="Arial"/>
                <a:cs typeface="Arial"/>
              </a:rPr>
              <a:t>We also utilize LLM here.</a:t>
            </a:r>
          </a:p>
          <a:p>
            <a:pPr>
              <a:defRPr sz="1350" b="0">
                <a:solidFill>
                  <a:srgbClr val="667174"/>
                </a:solidFill>
                <a:latin typeface="Arial"/>
                <a:ea typeface="Arial"/>
                <a:cs typeface="Arial"/>
              </a:defRPr>
            </a:pPr>
            <a:r>
              <a:rPr lang="en-US" sz="1350">
                <a:solidFill>
                  <a:srgbClr val="667174"/>
                </a:solidFill>
                <a:latin typeface="Arial"/>
                <a:ea typeface="Arial"/>
                <a:cs typeface="Arial"/>
              </a:rPr>
              <a:t>It </a:t>
            </a:r>
            <a:r>
              <a:rPr sz="1350" b="0">
                <a:solidFill>
                  <a:srgbClr val="667174"/>
                </a:solidFill>
                <a:latin typeface="Arial"/>
                <a:ea typeface="Arial"/>
                <a:cs typeface="Arial"/>
              </a:rPr>
              <a:t>cannot invent evidence</a:t>
            </a:r>
            <a:r>
              <a:rPr lang="en-US" sz="1350" b="0">
                <a:solidFill>
                  <a:srgbClr val="667174"/>
                </a:solidFill>
                <a:latin typeface="Arial"/>
                <a:ea typeface="Arial"/>
                <a:cs typeface="Arial"/>
              </a:rPr>
              <a:t> but only </a:t>
            </a:r>
            <a:r>
              <a:rPr lang="en-US" altLang="zh-CN" sz="1350">
                <a:solidFill>
                  <a:srgbClr val="667174"/>
                </a:solidFill>
                <a:latin typeface="Arial"/>
                <a:ea typeface="Arial"/>
                <a:cs typeface="Arial"/>
              </a:rPr>
              <a:t>organize the result.</a:t>
            </a:r>
          </a:p>
        </p:txBody>
      </p:sp>
      <p:sp>
        <p:nvSpPr>
          <p:cNvPr id="18" name="矩形 17">
            <a:extLst>
              <a:ext uri="{FF2B5EF4-FFF2-40B4-BE49-F238E27FC236}">
                <a16:creationId xmlns:a16="http://schemas.microsoft.com/office/drawing/2014/main" id="{D50061F2-86E4-468B-9AF4-2CFE1E2DBD3C}"/>
              </a:ext>
            </a:extLst>
          </p:cNvPr>
          <p:cNvSpPr>
            <a:spLocks noGrp="1"/>
          </p:cNvSpPr>
          <p:nvPr/>
        </p:nvSpPr>
        <p:spPr>
          <a:xfrm>
            <a:off x="1934286" y="4749278"/>
            <a:ext cx="4705350" cy="532690"/>
          </a:xfrm>
          <a:prstGeom prst="rect">
            <a:avLst/>
          </a:prstGeom>
          <a:noFill/>
          <a:ln w="0">
            <a:noFill/>
            <a:prstDash val="solid"/>
          </a:ln>
        </p:spPr>
        <p:txBody>
          <a:bodyPr wrap="square" lIns="0" tIns="0" rIns="0" bIns="0" anchor="t">
            <a:noAutofit/>
          </a:bodyPr>
          <a:lstStyle/>
          <a:p>
            <a:pPr algn="l">
              <a:lnSpc>
                <a:spcPct val="105000"/>
              </a:lnSpc>
              <a:buNone/>
              <a:defRPr sz="1500" b="0" i="0">
                <a:solidFill>
                  <a:srgbClr val="667174"/>
                </a:solidFill>
                <a:latin typeface="Arial"/>
                <a:ea typeface="Arial"/>
                <a:cs typeface="Arial"/>
              </a:defRPr>
            </a:pPr>
            <a:r>
              <a:rPr lang="en-SG" sz="1200" b="0" i="0">
                <a:solidFill>
                  <a:srgbClr val="667174"/>
                </a:solidFill>
                <a:latin typeface="Arial"/>
                <a:ea typeface="Arial"/>
                <a:cs typeface="Arial"/>
              </a:rPr>
              <a:t>preference, want_to_try, group_preference, group_eligible_member_count, context_match, cleanliness_observed</a:t>
            </a:r>
          </a:p>
        </p:txBody>
      </p:sp>
      <p:cxnSp>
        <p:nvCxnSpPr>
          <p:cNvPr id="25" name="直接箭头连接符 45">
            <a:extLst>
              <a:ext uri="{FF2B5EF4-FFF2-40B4-BE49-F238E27FC236}">
                <a16:creationId xmlns:a16="http://schemas.microsoft.com/office/drawing/2014/main" id="{F1CDD3B4-1AA4-63E4-B4F7-4B380946D6E4}"/>
              </a:ext>
            </a:extLst>
          </p:cNvPr>
          <p:cNvCxnSpPr>
            <a:cxnSpLocks/>
          </p:cNvCxnSpPr>
          <p:nvPr/>
        </p:nvCxnSpPr>
        <p:spPr>
          <a:xfrm>
            <a:off x="1574610" y="2190750"/>
            <a:ext cx="0" cy="819150"/>
          </a:xfrm>
          <a:prstGeom prst="straightConnector1">
            <a:avLst/>
          </a:prstGeom>
          <a:ln w="20955">
            <a:solidFill>
              <a:srgbClr val="B86143"/>
            </a:solidFill>
            <a:prstDash val="solid"/>
            <a:tailEnd type="arrow" w="sm" len="sm"/>
          </a:ln>
        </p:spPr>
      </p:cxnSp>
      <p:sp>
        <p:nvSpPr>
          <p:cNvPr id="37" name="矩形: 圆角 36">
            <a:extLst>
              <a:ext uri="{FF2B5EF4-FFF2-40B4-BE49-F238E27FC236}">
                <a16:creationId xmlns:a16="http://schemas.microsoft.com/office/drawing/2014/main" id="{CF00978C-3354-176A-8A94-30F5118BBB03}"/>
              </a:ext>
            </a:extLst>
          </p:cNvPr>
          <p:cNvSpPr>
            <a:spLocks noGrp="1"/>
          </p:cNvSpPr>
          <p:nvPr/>
        </p:nvSpPr>
        <p:spPr>
          <a:xfrm>
            <a:off x="10749887" y="3431701"/>
            <a:ext cx="1356815" cy="1276350"/>
          </a:xfrm>
          <a:prstGeom prst="roundRect">
            <a:avLst>
              <a:gd name="adj" fmla="val 10448"/>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lang="en-SG" altLang="zh-CN" sz="1400" b="1">
                <a:solidFill>
                  <a:srgbClr val="B86143"/>
                </a:solidFill>
                <a:latin typeface="Arial"/>
                <a:ea typeface="Arial"/>
                <a:cs typeface="Arial"/>
              </a:rPr>
              <a:t>Descending  </a:t>
            </a:r>
            <a:r>
              <a:rPr lang="en-SG" sz="1400" b="1">
                <a:solidFill>
                  <a:srgbClr val="B86143"/>
                </a:solidFill>
                <a:latin typeface="Arial"/>
                <a:ea typeface="Arial"/>
                <a:cs typeface="Arial"/>
              </a:rPr>
              <a:t>Ranking</a:t>
            </a:r>
          </a:p>
        </p:txBody>
      </p:sp>
      <p:cxnSp>
        <p:nvCxnSpPr>
          <p:cNvPr id="39" name="直接箭头连接符 45">
            <a:extLst>
              <a:ext uri="{FF2B5EF4-FFF2-40B4-BE49-F238E27FC236}">
                <a16:creationId xmlns:a16="http://schemas.microsoft.com/office/drawing/2014/main" id="{9190D6FB-8DD2-D058-9ADD-666207B25756}"/>
              </a:ext>
            </a:extLst>
          </p:cNvPr>
          <p:cNvCxnSpPr>
            <a:cxnSpLocks/>
          </p:cNvCxnSpPr>
          <p:nvPr/>
        </p:nvCxnSpPr>
        <p:spPr>
          <a:xfrm>
            <a:off x="10509203" y="4086224"/>
            <a:ext cx="240684" cy="0"/>
          </a:xfrm>
          <a:prstGeom prst="straightConnector1">
            <a:avLst/>
          </a:prstGeom>
          <a:ln w="20955">
            <a:solidFill>
              <a:srgbClr val="B86143"/>
            </a:solidFill>
            <a:prstDash val="solid"/>
            <a:tailEnd type="arrow" w="sm" len="sm"/>
          </a:ln>
        </p:spPr>
      </p:cxnSp>
    </p:spTree>
    <p:extLst>
      <p:ext uri="{BB962C8B-B14F-4D97-AF65-F5344CB8AC3E}">
        <p14:creationId xmlns:p14="http://schemas.microsoft.com/office/powerpoint/2010/main" val="1393030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ML Evaluation</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10</a:t>
            </a:r>
          </a:p>
        </p:txBody>
      </p:sp>
      <p:graphicFrame>
        <p:nvGraphicFramePr>
          <p:cNvPr id="8" name="Table 7"/>
          <p:cNvGraphicFramePr>
            <a:graphicFrameLocks noGrp="1"/>
          </p:cNvGraphicFramePr>
          <p:nvPr/>
        </p:nvGraphicFramePr>
        <p:xfrm>
          <a:off x="502920" y="1371600"/>
          <a:ext cx="7498080" cy="3108960"/>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18160">
                <a:tc>
                  <a:txBody>
                    <a:bodyPr/>
                    <a:lstStyle/>
                    <a:p>
                      <a:r>
                        <a:rPr sz="1300" b="1">
                          <a:solidFill>
                            <a:srgbClr val="FFFFFF"/>
                          </a:solidFill>
                          <a:latin typeface="Calibri"/>
                        </a:rPr>
                        <a:t>Metric</a:t>
                      </a:r>
                    </a:p>
                  </a:txBody>
                  <a:tcPr marT="38100" marB="38100">
                    <a:solidFill>
                      <a:srgbClr val="E8590C"/>
                    </a:solidFill>
                  </a:tcPr>
                </a:tc>
                <a:tc>
                  <a:txBody>
                    <a:bodyPr/>
                    <a:lstStyle/>
                    <a:p>
                      <a:r>
                        <a:rPr sz="1300" b="1">
                          <a:solidFill>
                            <a:srgbClr val="FFFFFF"/>
                          </a:solidFill>
                          <a:latin typeface="Calibri"/>
                        </a:rPr>
                        <a:t>Majority (val)</a:t>
                      </a:r>
                    </a:p>
                  </a:txBody>
                  <a:tcPr marT="38100" marB="38100">
                    <a:solidFill>
                      <a:srgbClr val="E8590C"/>
                    </a:solidFill>
                  </a:tcPr>
                </a:tc>
                <a:tc>
                  <a:txBody>
                    <a:bodyPr/>
                    <a:lstStyle/>
                    <a:p>
                      <a:r>
                        <a:rPr sz="1300" b="1">
                          <a:solidFill>
                            <a:srgbClr val="FFFFFF"/>
                          </a:solidFill>
                          <a:latin typeface="Calibri"/>
                        </a:rPr>
                        <a:t>Hybrid LR (val)</a:t>
                      </a:r>
                    </a:p>
                  </a:txBody>
                  <a:tcPr marT="38100" marB="38100">
                    <a:solidFill>
                      <a:srgbClr val="E8590C"/>
                    </a:solidFill>
                  </a:tcPr>
                </a:tc>
                <a:tc>
                  <a:txBody>
                    <a:bodyPr/>
                    <a:lstStyle/>
                    <a:p>
                      <a:r>
                        <a:rPr sz="1300" b="1">
                          <a:solidFill>
                            <a:srgbClr val="FFFFFF"/>
                          </a:solidFill>
                          <a:latin typeface="Calibri"/>
                        </a:rPr>
                        <a:t>Hybrid LR (test)</a:t>
                      </a:r>
                    </a:p>
                  </a:txBody>
                  <a:tcPr marT="38100" marB="38100">
                    <a:solidFill>
                      <a:srgbClr val="E8590C"/>
                    </a:solidFill>
                  </a:tcPr>
                </a:tc>
                <a:extLst>
                  <a:ext uri="{0D108BD9-81ED-4DB2-BD59-A6C34878D82A}">
                    <a16:rowId xmlns:a16="http://schemas.microsoft.com/office/drawing/2014/main" val="10000"/>
                  </a:ext>
                </a:extLst>
              </a:tr>
              <a:tr h="518160">
                <a:tc>
                  <a:txBody>
                    <a:bodyPr/>
                    <a:lstStyle/>
                    <a:p>
                      <a:r>
                        <a:rPr sz="1300">
                          <a:solidFill>
                            <a:srgbClr val="1F2937"/>
                          </a:solidFill>
                          <a:latin typeface="Calibri"/>
                        </a:rPr>
                        <a:t>Accuracy</a:t>
                      </a:r>
                    </a:p>
                  </a:txBody>
                  <a:tcPr marT="25400" marB="25400">
                    <a:solidFill>
                      <a:srgbClr val="FFFFFF"/>
                    </a:solidFill>
                  </a:tcPr>
                </a:tc>
                <a:tc>
                  <a:txBody>
                    <a:bodyPr/>
                    <a:lstStyle/>
                    <a:p>
                      <a:r>
                        <a:rPr sz="1300">
                          <a:solidFill>
                            <a:srgbClr val="1F2937"/>
                          </a:solidFill>
                          <a:latin typeface="Calibri"/>
                        </a:rPr>
                        <a:t>0.9925</a:t>
                      </a:r>
                    </a:p>
                  </a:txBody>
                  <a:tcPr marT="25400" marB="25400">
                    <a:solidFill>
                      <a:srgbClr val="FFFFFF"/>
                    </a:solidFill>
                  </a:tcPr>
                </a:tc>
                <a:tc>
                  <a:txBody>
                    <a:bodyPr/>
                    <a:lstStyle/>
                    <a:p>
                      <a:r>
                        <a:rPr sz="1300">
                          <a:solidFill>
                            <a:srgbClr val="1F2937"/>
                          </a:solidFill>
                          <a:latin typeface="Calibri"/>
                        </a:rPr>
                        <a:t>0.9925</a:t>
                      </a:r>
                    </a:p>
                  </a:txBody>
                  <a:tcPr marT="25400" marB="25400">
                    <a:solidFill>
                      <a:srgbClr val="FFFFFF"/>
                    </a:solidFill>
                  </a:tcPr>
                </a:tc>
                <a:tc>
                  <a:txBody>
                    <a:bodyPr/>
                    <a:lstStyle/>
                    <a:p>
                      <a:r>
                        <a:rPr sz="1300">
                          <a:solidFill>
                            <a:srgbClr val="1F2937"/>
                          </a:solidFill>
                          <a:latin typeface="Calibri"/>
                        </a:rPr>
                        <a:t>0.9815</a:t>
                      </a:r>
                    </a:p>
                  </a:txBody>
                  <a:tcPr marT="25400" marB="25400">
                    <a:solidFill>
                      <a:srgbClr val="FFFFFF"/>
                    </a:solidFill>
                  </a:tcPr>
                </a:tc>
                <a:extLst>
                  <a:ext uri="{0D108BD9-81ED-4DB2-BD59-A6C34878D82A}">
                    <a16:rowId xmlns:a16="http://schemas.microsoft.com/office/drawing/2014/main" val="10001"/>
                  </a:ext>
                </a:extLst>
              </a:tr>
              <a:tr h="518160">
                <a:tc>
                  <a:txBody>
                    <a:bodyPr/>
                    <a:lstStyle/>
                    <a:p>
                      <a:r>
                        <a:rPr sz="1300">
                          <a:solidFill>
                            <a:srgbClr val="1F2937"/>
                          </a:solidFill>
                          <a:latin typeface="Calibri"/>
                        </a:rPr>
                        <a:t>Precision</a:t>
                      </a:r>
                    </a:p>
                  </a:txBody>
                  <a:tcPr marT="25400" marB="25400">
                    <a:solidFill>
                      <a:srgbClr val="F3F4F6"/>
                    </a:solidFill>
                  </a:tcPr>
                </a:tc>
                <a:tc>
                  <a:txBody>
                    <a:bodyPr/>
                    <a:lstStyle/>
                    <a:p>
                      <a:r>
                        <a:rPr sz="1300">
                          <a:solidFill>
                            <a:srgbClr val="1F2937"/>
                          </a:solidFill>
                          <a:latin typeface="Calibri"/>
                        </a:rPr>
                        <a:t>0.9925</a:t>
                      </a:r>
                    </a:p>
                  </a:txBody>
                  <a:tcPr marT="25400" marB="25400">
                    <a:solidFill>
                      <a:srgbClr val="F3F4F6"/>
                    </a:solidFill>
                  </a:tcPr>
                </a:tc>
                <a:tc>
                  <a:txBody>
                    <a:bodyPr/>
                    <a:lstStyle/>
                    <a:p>
                      <a:r>
                        <a:rPr sz="1300">
                          <a:solidFill>
                            <a:srgbClr val="1F2937"/>
                          </a:solidFill>
                          <a:latin typeface="Calibri"/>
                        </a:rPr>
                        <a:t>0.9925</a:t>
                      </a:r>
                    </a:p>
                  </a:txBody>
                  <a:tcPr marT="25400" marB="25400">
                    <a:solidFill>
                      <a:srgbClr val="F3F4F6"/>
                    </a:solidFill>
                  </a:tcPr>
                </a:tc>
                <a:tc>
                  <a:txBody>
                    <a:bodyPr/>
                    <a:lstStyle/>
                    <a:p>
                      <a:r>
                        <a:rPr sz="1300">
                          <a:solidFill>
                            <a:srgbClr val="1F2937"/>
                          </a:solidFill>
                          <a:latin typeface="Calibri"/>
                        </a:rPr>
                        <a:t>0.9815</a:t>
                      </a:r>
                    </a:p>
                  </a:txBody>
                  <a:tcPr marT="25400" marB="25400">
                    <a:solidFill>
                      <a:srgbClr val="F3F4F6"/>
                    </a:solidFill>
                  </a:tcPr>
                </a:tc>
                <a:extLst>
                  <a:ext uri="{0D108BD9-81ED-4DB2-BD59-A6C34878D82A}">
                    <a16:rowId xmlns:a16="http://schemas.microsoft.com/office/drawing/2014/main" val="10002"/>
                  </a:ext>
                </a:extLst>
              </a:tr>
              <a:tr h="518160">
                <a:tc>
                  <a:txBody>
                    <a:bodyPr/>
                    <a:lstStyle/>
                    <a:p>
                      <a:r>
                        <a:rPr sz="1300">
                          <a:solidFill>
                            <a:srgbClr val="1F2937"/>
                          </a:solidFill>
                          <a:latin typeface="Calibri"/>
                        </a:rPr>
                        <a:t>Recall</a:t>
                      </a:r>
                    </a:p>
                  </a:txBody>
                  <a:tcPr marT="25400" marB="25400">
                    <a:solidFill>
                      <a:srgbClr val="FFFFFF"/>
                    </a:solidFill>
                  </a:tcPr>
                </a:tc>
                <a:tc>
                  <a:txBody>
                    <a:bodyPr/>
                    <a:lstStyle/>
                    <a:p>
                      <a:r>
                        <a:rPr sz="1300">
                          <a:solidFill>
                            <a:srgbClr val="1F2937"/>
                          </a:solidFill>
                          <a:latin typeface="Calibri"/>
                        </a:rPr>
                        <a:t>1.0000</a:t>
                      </a:r>
                    </a:p>
                  </a:txBody>
                  <a:tcPr marT="25400" marB="25400">
                    <a:solidFill>
                      <a:srgbClr val="FFFFFF"/>
                    </a:solidFill>
                  </a:tcPr>
                </a:tc>
                <a:tc>
                  <a:txBody>
                    <a:bodyPr/>
                    <a:lstStyle/>
                    <a:p>
                      <a:r>
                        <a:rPr sz="1300">
                          <a:solidFill>
                            <a:srgbClr val="1F2937"/>
                          </a:solidFill>
                          <a:latin typeface="Calibri"/>
                        </a:rPr>
                        <a:t>1.0000</a:t>
                      </a:r>
                    </a:p>
                  </a:txBody>
                  <a:tcPr marT="25400" marB="25400">
                    <a:solidFill>
                      <a:srgbClr val="FFFFFF"/>
                    </a:solidFill>
                  </a:tcPr>
                </a:tc>
                <a:tc>
                  <a:txBody>
                    <a:bodyPr/>
                    <a:lstStyle/>
                    <a:p>
                      <a:r>
                        <a:rPr sz="1300">
                          <a:solidFill>
                            <a:srgbClr val="1F2937"/>
                          </a:solidFill>
                          <a:latin typeface="Calibri"/>
                        </a:rPr>
                        <a:t>1.0000</a:t>
                      </a:r>
                    </a:p>
                  </a:txBody>
                  <a:tcPr marT="25400" marB="25400">
                    <a:solidFill>
                      <a:srgbClr val="FFFFFF"/>
                    </a:solidFill>
                  </a:tcPr>
                </a:tc>
                <a:extLst>
                  <a:ext uri="{0D108BD9-81ED-4DB2-BD59-A6C34878D82A}">
                    <a16:rowId xmlns:a16="http://schemas.microsoft.com/office/drawing/2014/main" val="10003"/>
                  </a:ext>
                </a:extLst>
              </a:tr>
              <a:tr h="518160">
                <a:tc>
                  <a:txBody>
                    <a:bodyPr/>
                    <a:lstStyle/>
                    <a:p>
                      <a:r>
                        <a:rPr sz="1300">
                          <a:solidFill>
                            <a:srgbClr val="1F2937"/>
                          </a:solidFill>
                          <a:latin typeface="Calibri"/>
                        </a:rPr>
                        <a:t>F1</a:t>
                      </a:r>
                    </a:p>
                  </a:txBody>
                  <a:tcPr marT="25400" marB="25400">
                    <a:solidFill>
                      <a:srgbClr val="F3F4F6"/>
                    </a:solidFill>
                  </a:tcPr>
                </a:tc>
                <a:tc>
                  <a:txBody>
                    <a:bodyPr/>
                    <a:lstStyle/>
                    <a:p>
                      <a:r>
                        <a:rPr sz="1300">
                          <a:solidFill>
                            <a:srgbClr val="1F2937"/>
                          </a:solidFill>
                          <a:latin typeface="Calibri"/>
                        </a:rPr>
                        <a:t>0.9962</a:t>
                      </a:r>
                    </a:p>
                  </a:txBody>
                  <a:tcPr marT="25400" marB="25400">
                    <a:solidFill>
                      <a:srgbClr val="F3F4F6"/>
                    </a:solidFill>
                  </a:tcPr>
                </a:tc>
                <a:tc>
                  <a:txBody>
                    <a:bodyPr/>
                    <a:lstStyle/>
                    <a:p>
                      <a:r>
                        <a:rPr sz="1300">
                          <a:solidFill>
                            <a:srgbClr val="1F2937"/>
                          </a:solidFill>
                          <a:latin typeface="Calibri"/>
                        </a:rPr>
                        <a:t>0.9962</a:t>
                      </a:r>
                    </a:p>
                  </a:txBody>
                  <a:tcPr marT="25400" marB="25400">
                    <a:solidFill>
                      <a:srgbClr val="F3F4F6"/>
                    </a:solidFill>
                  </a:tcPr>
                </a:tc>
                <a:tc>
                  <a:txBody>
                    <a:bodyPr/>
                    <a:lstStyle/>
                    <a:p>
                      <a:r>
                        <a:rPr sz="1300">
                          <a:solidFill>
                            <a:srgbClr val="1F2937"/>
                          </a:solidFill>
                          <a:latin typeface="Calibri"/>
                        </a:rPr>
                        <a:t>0.9907</a:t>
                      </a:r>
                    </a:p>
                  </a:txBody>
                  <a:tcPr marT="25400" marB="25400">
                    <a:solidFill>
                      <a:srgbClr val="F3F4F6"/>
                    </a:solidFill>
                  </a:tcPr>
                </a:tc>
                <a:extLst>
                  <a:ext uri="{0D108BD9-81ED-4DB2-BD59-A6C34878D82A}">
                    <a16:rowId xmlns:a16="http://schemas.microsoft.com/office/drawing/2014/main" val="10004"/>
                  </a:ext>
                </a:extLst>
              </a:tr>
              <a:tr h="518160">
                <a:tc>
                  <a:txBody>
                    <a:bodyPr/>
                    <a:lstStyle/>
                    <a:p>
                      <a:r>
                        <a:rPr sz="1300">
                          <a:solidFill>
                            <a:srgbClr val="1F2937"/>
                          </a:solidFill>
                          <a:latin typeface="Calibri"/>
                        </a:rPr>
                        <a:t>ROC-AUC</a:t>
                      </a:r>
                    </a:p>
                  </a:txBody>
                  <a:tcPr marT="25400" marB="25400">
                    <a:solidFill>
                      <a:srgbClr val="FFFFFF"/>
                    </a:solidFill>
                  </a:tcPr>
                </a:tc>
                <a:tc>
                  <a:txBody>
                    <a:bodyPr/>
                    <a:lstStyle/>
                    <a:p>
                      <a:r>
                        <a:rPr sz="1300">
                          <a:solidFill>
                            <a:srgbClr val="1F2937"/>
                          </a:solidFill>
                          <a:latin typeface="Calibri"/>
                        </a:rPr>
                        <a:t>0.5000</a:t>
                      </a:r>
                    </a:p>
                  </a:txBody>
                  <a:tcPr marT="25400" marB="25400">
                    <a:solidFill>
                      <a:srgbClr val="FFFFFF"/>
                    </a:solidFill>
                  </a:tcPr>
                </a:tc>
                <a:tc>
                  <a:txBody>
                    <a:bodyPr/>
                    <a:lstStyle/>
                    <a:p>
                      <a:r>
                        <a:rPr sz="1300">
                          <a:solidFill>
                            <a:srgbClr val="1F2937"/>
                          </a:solidFill>
                          <a:latin typeface="Calibri"/>
                        </a:rPr>
                        <a:t>0.5568</a:t>
                      </a:r>
                    </a:p>
                  </a:txBody>
                  <a:tcPr marT="25400" marB="25400">
                    <a:solidFill>
                      <a:srgbClr val="FFFFFF"/>
                    </a:solidFill>
                  </a:tcPr>
                </a:tc>
                <a:tc>
                  <a:txBody>
                    <a:bodyPr/>
                    <a:lstStyle/>
                    <a:p>
                      <a:r>
                        <a:rPr sz="1300">
                          <a:solidFill>
                            <a:srgbClr val="1F2937"/>
                          </a:solidFill>
                          <a:latin typeface="Calibri"/>
                        </a:rPr>
                        <a:t>0.8068</a:t>
                      </a:r>
                    </a:p>
                  </a:txBody>
                  <a:tcPr marT="25400" marB="25400">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8321040" y="1371600"/>
            <a:ext cx="3383280" cy="3108960"/>
          </a:xfrm>
          <a:prstGeom prst="rect">
            <a:avLst/>
          </a:prstGeom>
          <a:noFill/>
        </p:spPr>
        <p:txBody>
          <a:bodyPr wrap="square" lIns="0" tIns="0" rIns="0" bIns="0" anchor="t">
            <a:spAutoFit/>
          </a:bodyPr>
          <a:lstStyle/>
          <a:p>
            <a:pPr algn="l">
              <a:lnSpc>
                <a:spcPct val="100000"/>
              </a:lnSpc>
              <a:spcBef>
                <a:spcPts val="0"/>
              </a:spcBef>
              <a:spcAft>
                <a:spcPts val="600"/>
              </a:spcAft>
            </a:pPr>
            <a:r>
              <a:rPr sz="1500" b="1" i="0">
                <a:solidFill>
                  <a:srgbClr val="1F2937"/>
                </a:solidFill>
                <a:latin typeface="Calibri"/>
              </a:rPr>
              <a:t>Dataset</a:t>
            </a:r>
          </a:p>
          <a:p>
            <a:pPr algn="l">
              <a:lnSpc>
                <a:spcPct val="100000"/>
              </a:lnSpc>
              <a:spcBef>
                <a:spcPts val="0"/>
              </a:spcBef>
              <a:spcAft>
                <a:spcPts val="300"/>
              </a:spcAft>
            </a:pPr>
            <a:r>
              <a:rPr sz="1300" b="0" i="0">
                <a:solidFill>
                  <a:srgbClr val="5B6472"/>
                </a:solidFill>
                <a:latin typeface="Calibri"/>
              </a:rPr>
              <a:t>Train: 48,379</a:t>
            </a:r>
          </a:p>
          <a:p>
            <a:pPr algn="l">
              <a:lnSpc>
                <a:spcPct val="100000"/>
              </a:lnSpc>
              <a:spcBef>
                <a:spcPts val="0"/>
              </a:spcBef>
              <a:spcAft>
                <a:spcPts val="300"/>
              </a:spcAft>
            </a:pPr>
            <a:r>
              <a:rPr sz="1300" b="0" i="0">
                <a:solidFill>
                  <a:srgbClr val="5B6472"/>
                </a:solidFill>
                <a:latin typeface="Calibri"/>
              </a:rPr>
              <a:t>Validation: 266</a:t>
            </a:r>
          </a:p>
          <a:p>
            <a:pPr algn="l">
              <a:lnSpc>
                <a:spcPct val="100000"/>
              </a:lnSpc>
              <a:spcBef>
                <a:spcPts val="0"/>
              </a:spcBef>
              <a:spcAft>
                <a:spcPts val="800"/>
              </a:spcAft>
            </a:pPr>
            <a:r>
              <a:rPr sz="1300" b="0" i="0">
                <a:solidFill>
                  <a:srgbClr val="5B6472"/>
                </a:solidFill>
                <a:latin typeface="Calibri"/>
              </a:rPr>
              <a:t>Test: 270</a:t>
            </a:r>
          </a:p>
          <a:p>
            <a:pPr algn="l">
              <a:lnSpc>
                <a:spcPct val="100000"/>
              </a:lnSpc>
              <a:spcBef>
                <a:spcPts val="0"/>
              </a:spcBef>
              <a:spcAft>
                <a:spcPts val="800"/>
              </a:spcAft>
            </a:pPr>
            <a:r>
              <a:rPr sz="1300" b="0" i="0">
                <a:solidFill>
                  <a:srgbClr val="5B6472"/>
                </a:solidFill>
                <a:latin typeface="Calibri"/>
              </a:rPr>
              <a:t>19 engineered features</a:t>
            </a:r>
          </a:p>
          <a:p>
            <a:pPr algn="l">
              <a:lnSpc>
                <a:spcPct val="100000"/>
              </a:lnSpc>
              <a:spcBef>
                <a:spcPts val="0"/>
              </a:spcBef>
              <a:spcAft>
                <a:spcPts val="600"/>
              </a:spcAft>
            </a:pPr>
            <a:r>
              <a:rPr sz="1100" b="0" i="1">
                <a:solidFill>
                  <a:srgbClr val="5B6472"/>
                </a:solidFill>
                <a:latin typeface="Calibri"/>
              </a:rPr>
              <a:t>user_cf / item_cf scores + availability, preference, context, price, distance, history</a:t>
            </a:r>
          </a:p>
        </p:txBody>
      </p:sp>
      <p:sp>
        <p:nvSpPr>
          <p:cNvPr id="10" name="TextBox 9"/>
          <p:cNvSpPr txBox="1"/>
          <p:nvPr/>
        </p:nvSpPr>
        <p:spPr>
          <a:xfrm>
            <a:off x="502920" y="4663440"/>
            <a:ext cx="11155680" cy="1463040"/>
          </a:xfrm>
          <a:prstGeom prst="rect">
            <a:avLst/>
          </a:prstGeom>
          <a:noFill/>
        </p:spPr>
        <p:txBody>
          <a:bodyPr wrap="square" lIns="0" tIns="0" rIns="0" bIns="0" anchor="t">
            <a:spAutoFit/>
          </a:bodyPr>
          <a:lstStyle/>
          <a:p>
            <a:pPr algn="l">
              <a:lnSpc>
                <a:spcPct val="100000"/>
              </a:lnSpc>
              <a:spcBef>
                <a:spcPts val="0"/>
              </a:spcBef>
              <a:spcAft>
                <a:spcPts val="500"/>
              </a:spcAft>
            </a:pPr>
            <a:r>
              <a:rPr sz="1500" b="1" i="0">
                <a:solidFill>
                  <a:srgbClr val="C44607"/>
                </a:solidFill>
                <a:latin typeface="Calibri"/>
              </a:rPr>
              <a:t>Honest limitations</a:t>
            </a:r>
          </a:p>
          <a:p>
            <a:pPr algn="l">
              <a:lnSpc>
                <a:spcPct val="100000"/>
              </a:lnSpc>
              <a:spcBef>
                <a:spcPts val="0"/>
              </a:spcBef>
              <a:spcAft>
                <a:spcPts val="400"/>
              </a:spcAft>
            </a:pPr>
            <a:r>
              <a:rPr sz="1300" b="0" i="0">
                <a:solidFill>
                  <a:srgbClr val="1F2937"/>
                </a:solidFill>
                <a:latin typeface="Calibri"/>
              </a:rPr>
              <a:t>The dataset is heavily imbalanced (positive majority); the validation set contains no true negatives, so validation ROC-AUC is weak.</a:t>
            </a:r>
          </a:p>
          <a:p>
            <a:pPr algn="l">
              <a:lnSpc>
                <a:spcPct val="100000"/>
              </a:lnSpc>
              <a:spcBef>
                <a:spcPts val="0"/>
              </a:spcBef>
              <a:spcAft>
                <a:spcPts val="600"/>
              </a:spcAft>
            </a:pPr>
            <a:r>
              <a:rPr sz="1300" b="0" i="0">
                <a:solidFill>
                  <a:srgbClr val="1F2937"/>
                </a:solidFill>
                <a:latin typeface="Calibri"/>
              </a:rPr>
              <a:t>Cold start and insufficient collaborative data fall back to preference/context features and a deterministic ranking.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1D9D-47C0-D40A-AB1B-4E1CDB20003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2B6D802-FCC3-89BF-4160-CE30FA945652}"/>
              </a:ext>
            </a:extLst>
          </p:cNvPr>
          <p:cNvSpPr txBox="1"/>
          <p:nvPr/>
        </p:nvSpPr>
        <p:spPr>
          <a:xfrm>
            <a:off x="5083896" y="2921168"/>
            <a:ext cx="2024208" cy="1015663"/>
          </a:xfrm>
          <a:prstGeom prst="rect">
            <a:avLst/>
          </a:prstGeom>
          <a:noFill/>
        </p:spPr>
        <p:txBody>
          <a:bodyPr wrap="none" rtlCol="0">
            <a:spAutoFit/>
          </a:bodyPr>
          <a:lstStyle/>
          <a:p>
            <a:r>
              <a:rPr lang="en-US" altLang="zh-CN" sz="6000"/>
              <a:t>Agent</a:t>
            </a:r>
            <a:endParaRPr lang="zh-CN" altLang="en-US" sz="6000"/>
          </a:p>
        </p:txBody>
      </p:sp>
    </p:spTree>
    <p:extLst>
      <p:ext uri="{BB962C8B-B14F-4D97-AF65-F5344CB8AC3E}">
        <p14:creationId xmlns:p14="http://schemas.microsoft.com/office/powerpoint/2010/main" val="1287027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B956062-6872-41BE-9D6C-5CF227C9207B}"/>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7-title">
            <a:extLst>
              <a:ext uri="{FF2B5EF4-FFF2-40B4-BE49-F238E27FC236}">
                <a16:creationId xmlns:a16="http://schemas.microsoft.com/office/drawing/2014/main" id="{4ED1C83C-7EF4-4EF0-8AC1-E96BD87B962A}"/>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lang="en-US" sz="4800" b="1" i="0">
                <a:solidFill>
                  <a:srgbClr val="192526"/>
                </a:solidFill>
                <a:latin typeface="Arial"/>
                <a:ea typeface="Arial"/>
                <a:cs typeface="Arial"/>
              </a:rPr>
              <a:t>Intelligence Services</a:t>
            </a:r>
            <a:r>
              <a:rPr lang="en-US" sz="3450" b="1" i="0">
                <a:solidFill>
                  <a:srgbClr val="192526"/>
                </a:solidFill>
                <a:latin typeface="Arial"/>
                <a:ea typeface="Arial"/>
                <a:cs typeface="Arial"/>
              </a:rPr>
              <a:t> Design</a:t>
            </a:r>
            <a:endParaRPr sz="3450" b="1" i="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A341B89E-F124-426E-A5F9-B5AFBBA3E267}"/>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EC0E0A4C-F0D9-46E6-B046-A8537669BB22}"/>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5CD27802-8175-4425-9FE4-0C8AE9E9911C}"/>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07</a:t>
            </a:r>
          </a:p>
        </p:txBody>
      </p:sp>
      <p:sp>
        <p:nvSpPr>
          <p:cNvPr id="6" name="矩形 5">
            <a:extLst>
              <a:ext uri="{FF2B5EF4-FFF2-40B4-BE49-F238E27FC236}">
                <a16:creationId xmlns:a16="http://schemas.microsoft.com/office/drawing/2014/main" id="{9352B7F0-DFF8-4F9D-8DB0-4E665B91A6C4}"/>
              </a:ext>
            </a:extLst>
          </p:cNvPr>
          <p:cNvSpPr>
            <a:spLocks noGrp="1"/>
          </p:cNvSpPr>
          <p:nvPr/>
        </p:nvSpPr>
        <p:spPr>
          <a:xfrm>
            <a:off x="66675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356B56"/>
                </a:solidFill>
                <a:latin typeface="Arial"/>
                <a:ea typeface="Arial"/>
                <a:cs typeface="Arial"/>
              </a:defRPr>
            </a:pPr>
            <a:r>
              <a:rPr sz="2925" b="1" i="0">
                <a:solidFill>
                  <a:srgbClr val="356B56"/>
                </a:solidFill>
                <a:latin typeface="Arial"/>
                <a:ea typeface="Arial"/>
                <a:cs typeface="Arial"/>
              </a:rPr>
              <a:t>01</a:t>
            </a:r>
          </a:p>
        </p:txBody>
      </p:sp>
      <p:sp>
        <p:nvSpPr>
          <p:cNvPr id="7" name="矩形 6">
            <a:extLst>
              <a:ext uri="{FF2B5EF4-FFF2-40B4-BE49-F238E27FC236}">
                <a16:creationId xmlns:a16="http://schemas.microsoft.com/office/drawing/2014/main" id="{4FDCAFDD-857B-4537-B17A-7D0A76A984DA}"/>
              </a:ext>
            </a:extLst>
          </p:cNvPr>
          <p:cNvSpPr>
            <a:spLocks noGrp="1"/>
          </p:cNvSpPr>
          <p:nvPr/>
        </p:nvSpPr>
        <p:spPr>
          <a:xfrm>
            <a:off x="666750" y="2266950"/>
            <a:ext cx="302895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RECOMMENDATION</a:t>
            </a:r>
          </a:p>
        </p:txBody>
      </p:sp>
      <p:sp>
        <p:nvSpPr>
          <p:cNvPr id="8" name="矩形 7">
            <a:extLst>
              <a:ext uri="{FF2B5EF4-FFF2-40B4-BE49-F238E27FC236}">
                <a16:creationId xmlns:a16="http://schemas.microsoft.com/office/drawing/2014/main" id="{ECDF3DD6-B010-49CC-BF4F-F385485C684B}"/>
              </a:ext>
            </a:extLst>
          </p:cNvPr>
          <p:cNvSpPr>
            <a:spLocks noGrp="1"/>
          </p:cNvSpPr>
          <p:nvPr/>
        </p:nvSpPr>
        <p:spPr>
          <a:xfrm>
            <a:off x="91979" y="2683135"/>
            <a:ext cx="3822795" cy="952643"/>
          </a:xfrm>
          <a:prstGeom prst="rect">
            <a:avLst/>
          </a:prstGeom>
          <a:noFill/>
          <a:ln w="0">
            <a:noFill/>
            <a:prstDash val="solid"/>
          </a:ln>
        </p:spPr>
        <p:txBody>
          <a:bodyPr wrap="square" lIns="0" tIns="0" rIns="0" bIns="0" anchor="t">
            <a:noAutofit/>
          </a:bodyPr>
          <a:lstStyle/>
          <a:p>
            <a:pPr algn="ctr">
              <a:lnSpc>
                <a:spcPct val="105000"/>
              </a:lnSpc>
              <a:buNone/>
              <a:defRPr sz="2100" b="1" i="0">
                <a:solidFill>
                  <a:srgbClr val="192526"/>
                </a:solidFill>
                <a:latin typeface="Arial"/>
                <a:ea typeface="Arial"/>
                <a:cs typeface="Arial"/>
              </a:defRPr>
            </a:pPr>
            <a:r>
              <a:rPr lang="en-SG" sz="2100" b="1" i="0">
                <a:solidFill>
                  <a:srgbClr val="192526"/>
                </a:solidFill>
                <a:latin typeface="Arial"/>
                <a:ea typeface="Arial"/>
                <a:cs typeface="Arial"/>
              </a:rPr>
              <a:t>Recommendation Agent</a:t>
            </a:r>
          </a:p>
          <a:p>
            <a:pPr algn="ctr">
              <a:lnSpc>
                <a:spcPct val="105000"/>
              </a:lnSpc>
              <a:buNone/>
              <a:defRPr sz="2100" b="1" i="0">
                <a:solidFill>
                  <a:srgbClr val="192526"/>
                </a:solidFill>
                <a:latin typeface="Arial"/>
                <a:ea typeface="Arial"/>
                <a:cs typeface="Arial"/>
              </a:defRPr>
            </a:pPr>
            <a:r>
              <a:rPr lang="en-SG" sz="2100" b="1" i="0">
                <a:solidFill>
                  <a:srgbClr val="192526"/>
                </a:solidFill>
                <a:latin typeface="Arial"/>
                <a:ea typeface="Arial"/>
                <a:cs typeface="Arial"/>
              </a:rPr>
              <a:t>+</a:t>
            </a:r>
          </a:p>
          <a:p>
            <a:pPr algn="ctr">
              <a:lnSpc>
                <a:spcPct val="105000"/>
              </a:lnSpc>
              <a:buNone/>
              <a:defRPr sz="2100" b="1" i="0">
                <a:solidFill>
                  <a:srgbClr val="192526"/>
                </a:solidFill>
                <a:latin typeface="Arial"/>
                <a:ea typeface="Arial"/>
                <a:cs typeface="Arial"/>
              </a:defRPr>
            </a:pPr>
            <a:r>
              <a:rPr lang="en-SG" sz="2100" b="1" i="0">
                <a:solidFill>
                  <a:srgbClr val="192526"/>
                </a:solidFill>
                <a:latin typeface="Arial"/>
                <a:ea typeface="Arial"/>
                <a:cs typeface="Arial"/>
              </a:rPr>
              <a:t>Inference Service</a:t>
            </a:r>
            <a:endParaRPr sz="2100" b="1" i="0">
              <a:solidFill>
                <a:srgbClr val="192526"/>
              </a:solidFill>
              <a:latin typeface="Arial"/>
              <a:ea typeface="Arial"/>
              <a:cs typeface="Arial"/>
            </a:endParaRPr>
          </a:p>
        </p:txBody>
      </p:sp>
      <p:sp>
        <p:nvSpPr>
          <p:cNvPr id="9" name="矩形 8">
            <a:extLst>
              <a:ext uri="{FF2B5EF4-FFF2-40B4-BE49-F238E27FC236}">
                <a16:creationId xmlns:a16="http://schemas.microsoft.com/office/drawing/2014/main" id="{787C9841-FF88-4D4E-AA6C-8A193C4723D4}"/>
              </a:ext>
            </a:extLst>
          </p:cNvPr>
          <p:cNvSpPr>
            <a:spLocks noGrp="1"/>
          </p:cNvSpPr>
          <p:nvPr/>
        </p:nvSpPr>
        <p:spPr>
          <a:xfrm>
            <a:off x="348756" y="3789389"/>
            <a:ext cx="3480295" cy="1867039"/>
          </a:xfrm>
          <a:prstGeom prst="rect">
            <a:avLst/>
          </a:prstGeom>
          <a:noFill/>
          <a:ln w="0">
            <a:noFill/>
            <a:prstDash val="solid"/>
          </a:ln>
        </p:spPr>
        <p:txBody>
          <a:bodyPr wrap="square" lIns="0" tIns="0" rIns="0" bIns="0" anchor="t">
            <a:noAutofit/>
          </a:bodyPr>
          <a:lstStyle/>
          <a:p>
            <a:pPr algn="l">
              <a:lnSpc>
                <a:spcPct val="118000"/>
              </a:lnSpc>
              <a:buNone/>
              <a:defRPr sz="1575" b="0" i="0">
                <a:solidFill>
                  <a:srgbClr val="667174"/>
                </a:solidFill>
                <a:latin typeface="Arial"/>
                <a:ea typeface="Arial"/>
                <a:cs typeface="Arial"/>
              </a:defRPr>
            </a:pPr>
            <a:r>
              <a:rPr lang="en-SG" sz="1575">
                <a:solidFill>
                  <a:srgbClr val="667174"/>
                </a:solidFill>
                <a:latin typeface="Arial"/>
                <a:ea typeface="Arial"/>
                <a:cs typeface="Arial"/>
              </a:rPr>
              <a:t>A bounded Recommendation Agent orchestrates a fixed </a:t>
            </a:r>
            <a:r>
              <a:rPr lang="en-SG" sz="1575" err="1">
                <a:solidFill>
                  <a:srgbClr val="667174"/>
                </a:solidFill>
                <a:latin typeface="Arial"/>
                <a:ea typeface="Arial"/>
                <a:cs typeface="Arial"/>
              </a:rPr>
              <a:t>LangGraph</a:t>
            </a:r>
            <a:r>
              <a:rPr lang="en-SG" sz="1575">
                <a:solidFill>
                  <a:srgbClr val="667174"/>
                </a:solidFill>
                <a:latin typeface="Arial"/>
                <a:ea typeface="Arial"/>
                <a:cs typeface="Arial"/>
              </a:rPr>
              <a:t> workflow, calls the private Inference Service once, validates model output, and returns explainable ranked recommendations.</a:t>
            </a:r>
            <a:endParaRPr sz="1575" b="0" i="0">
              <a:solidFill>
                <a:srgbClr val="667174"/>
              </a:solidFill>
              <a:latin typeface="Arial"/>
              <a:ea typeface="Arial"/>
              <a:cs typeface="Arial"/>
            </a:endParaRPr>
          </a:p>
        </p:txBody>
      </p:sp>
      <p:sp>
        <p:nvSpPr>
          <p:cNvPr id="10" name="直接连接符 9">
            <a:extLst>
              <a:ext uri="{FF2B5EF4-FFF2-40B4-BE49-F238E27FC236}">
                <a16:creationId xmlns:a16="http://schemas.microsoft.com/office/drawing/2014/main" id="{1C56C701-8F82-47CD-BDD7-ED96EB72BBEF}"/>
              </a:ext>
            </a:extLst>
          </p:cNvPr>
          <p:cNvSpPr>
            <a:spLocks noGrp="1"/>
          </p:cNvSpPr>
          <p:nvPr/>
        </p:nvSpPr>
        <p:spPr>
          <a:xfrm>
            <a:off x="4095750" y="1600200"/>
            <a:ext cx="0" cy="0"/>
          </a:xfrm>
          <a:prstGeom prst="line">
            <a:avLst/>
          </a:prstGeom>
          <a:noFill/>
          <a:ln w="9525">
            <a:solidFill>
              <a:srgbClr val="D8DDD9"/>
            </a:solidFill>
            <a:prstDash val="solid"/>
          </a:ln>
        </p:spPr>
        <p:txBody>
          <a:bodyPr/>
          <a:lstStyle/>
          <a:p>
            <a:endParaRPr/>
          </a:p>
        </p:txBody>
      </p:sp>
      <p:sp>
        <p:nvSpPr>
          <p:cNvPr id="11" name="直接连接符 10">
            <a:extLst>
              <a:ext uri="{FF2B5EF4-FFF2-40B4-BE49-F238E27FC236}">
                <a16:creationId xmlns:a16="http://schemas.microsoft.com/office/drawing/2014/main" id="{2D84C2BF-56E8-4F78-9260-8D7216B8A4DD}"/>
              </a:ext>
            </a:extLst>
          </p:cNvPr>
          <p:cNvSpPr>
            <a:spLocks noGrp="1"/>
          </p:cNvSpPr>
          <p:nvPr/>
        </p:nvSpPr>
        <p:spPr>
          <a:xfrm>
            <a:off x="4095750" y="1600200"/>
            <a:ext cx="0" cy="3810000"/>
          </a:xfrm>
          <a:prstGeom prst="line">
            <a:avLst/>
          </a:prstGeom>
          <a:noFill/>
          <a:ln w="11430">
            <a:solidFill>
              <a:srgbClr val="D8DDD9"/>
            </a:solidFill>
            <a:prstDash val="solid"/>
          </a:ln>
        </p:spPr>
        <p:txBody>
          <a:bodyPr/>
          <a:lstStyle/>
          <a:p>
            <a:endParaRPr/>
          </a:p>
        </p:txBody>
      </p:sp>
      <p:sp>
        <p:nvSpPr>
          <p:cNvPr id="12" name="矩形 11">
            <a:extLst>
              <a:ext uri="{FF2B5EF4-FFF2-40B4-BE49-F238E27FC236}">
                <a16:creationId xmlns:a16="http://schemas.microsoft.com/office/drawing/2014/main" id="{D125D16E-14AC-4F58-A313-9B437B19D038}"/>
              </a:ext>
            </a:extLst>
          </p:cNvPr>
          <p:cNvSpPr>
            <a:spLocks noGrp="1"/>
          </p:cNvSpPr>
          <p:nvPr/>
        </p:nvSpPr>
        <p:spPr>
          <a:xfrm>
            <a:off x="451485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356B56"/>
                </a:solidFill>
                <a:latin typeface="Arial"/>
                <a:ea typeface="Arial"/>
                <a:cs typeface="Arial"/>
              </a:defRPr>
            </a:pPr>
            <a:r>
              <a:rPr sz="2925" b="1" i="0">
                <a:solidFill>
                  <a:srgbClr val="356B56"/>
                </a:solidFill>
                <a:latin typeface="Arial"/>
                <a:ea typeface="Arial"/>
                <a:cs typeface="Arial"/>
              </a:rPr>
              <a:t>02</a:t>
            </a:r>
          </a:p>
        </p:txBody>
      </p:sp>
      <p:sp>
        <p:nvSpPr>
          <p:cNvPr id="13" name="矩形 12">
            <a:extLst>
              <a:ext uri="{FF2B5EF4-FFF2-40B4-BE49-F238E27FC236}">
                <a16:creationId xmlns:a16="http://schemas.microsoft.com/office/drawing/2014/main" id="{A4B7B59B-775D-4C90-AB48-7B4D31F8B11F}"/>
              </a:ext>
            </a:extLst>
          </p:cNvPr>
          <p:cNvSpPr>
            <a:spLocks noGrp="1"/>
          </p:cNvSpPr>
          <p:nvPr/>
        </p:nvSpPr>
        <p:spPr>
          <a:xfrm>
            <a:off x="4514850" y="2266950"/>
            <a:ext cx="28575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COOKING</a:t>
            </a:r>
          </a:p>
        </p:txBody>
      </p:sp>
      <p:sp>
        <p:nvSpPr>
          <p:cNvPr id="14" name="矩形 13">
            <a:extLst>
              <a:ext uri="{FF2B5EF4-FFF2-40B4-BE49-F238E27FC236}">
                <a16:creationId xmlns:a16="http://schemas.microsoft.com/office/drawing/2014/main" id="{CFA48AD0-07F9-423D-9CDB-C34041D9C641}"/>
              </a:ext>
            </a:extLst>
          </p:cNvPr>
          <p:cNvSpPr>
            <a:spLocks noGrp="1"/>
          </p:cNvSpPr>
          <p:nvPr/>
        </p:nvSpPr>
        <p:spPr>
          <a:xfrm>
            <a:off x="4412713" y="2683135"/>
            <a:ext cx="3250149" cy="441136"/>
          </a:xfrm>
          <a:prstGeom prst="rect">
            <a:avLst/>
          </a:prstGeom>
          <a:noFill/>
          <a:ln w="0">
            <a:noFill/>
            <a:prstDash val="solid"/>
          </a:ln>
        </p:spPr>
        <p:txBody>
          <a:bodyPr wrap="square" lIns="0" tIns="0" rIns="0" bIns="0" anchor="t">
            <a:noAutofit/>
          </a:bodyPr>
          <a:lstStyle/>
          <a:p>
            <a:pPr algn="l">
              <a:lnSpc>
                <a:spcPct val="105000"/>
              </a:lnSpc>
              <a:buNone/>
              <a:defRPr sz="2100" b="1" i="0">
                <a:solidFill>
                  <a:srgbClr val="192526"/>
                </a:solidFill>
                <a:latin typeface="Arial"/>
                <a:ea typeface="Arial"/>
                <a:cs typeface="Arial"/>
              </a:defRPr>
            </a:pPr>
            <a:r>
              <a:rPr sz="2100" b="1" i="0">
                <a:solidFill>
                  <a:srgbClr val="192526"/>
                </a:solidFill>
                <a:latin typeface="Arial"/>
                <a:ea typeface="Arial"/>
                <a:cs typeface="Arial"/>
              </a:rPr>
              <a:t>Cooking Planner </a:t>
            </a:r>
            <a:r>
              <a:rPr sz="2100" b="1">
                <a:solidFill>
                  <a:srgbClr val="192526"/>
                </a:solidFill>
                <a:latin typeface="Arial"/>
                <a:cs typeface="Arial"/>
              </a:rPr>
              <a:t>Agent</a:t>
            </a:r>
          </a:p>
        </p:txBody>
      </p:sp>
      <p:sp>
        <p:nvSpPr>
          <p:cNvPr id="15" name="矩形 14">
            <a:extLst>
              <a:ext uri="{FF2B5EF4-FFF2-40B4-BE49-F238E27FC236}">
                <a16:creationId xmlns:a16="http://schemas.microsoft.com/office/drawing/2014/main" id="{9645B9F1-427D-473B-89A2-6C755197386B}"/>
              </a:ext>
            </a:extLst>
          </p:cNvPr>
          <p:cNvSpPr>
            <a:spLocks noGrp="1"/>
          </p:cNvSpPr>
          <p:nvPr/>
        </p:nvSpPr>
        <p:spPr>
          <a:xfrm>
            <a:off x="4493168" y="3181350"/>
            <a:ext cx="3279231" cy="841041"/>
          </a:xfrm>
          <a:prstGeom prst="rect">
            <a:avLst/>
          </a:prstGeom>
          <a:noFill/>
          <a:ln w="0">
            <a:noFill/>
            <a:prstDash val="solid"/>
          </a:ln>
        </p:spPr>
        <p:txBody>
          <a:bodyPr wrap="square" lIns="0" tIns="0" rIns="0" bIns="0" anchor="t">
            <a:noAutofit/>
          </a:bodyPr>
          <a:lstStyle/>
          <a:p>
            <a:pPr algn="l">
              <a:lnSpc>
                <a:spcPct val="118000"/>
              </a:lnSpc>
              <a:buNone/>
              <a:defRPr sz="1575" b="0" i="0">
                <a:solidFill>
                  <a:srgbClr val="667174"/>
                </a:solidFill>
                <a:latin typeface="Arial"/>
                <a:ea typeface="Arial"/>
                <a:cs typeface="Arial"/>
              </a:defRPr>
            </a:pPr>
            <a:r>
              <a:rPr lang="en-SG" sz="1575" b="0" i="0">
                <a:solidFill>
                  <a:srgbClr val="667174"/>
                </a:solidFill>
                <a:latin typeface="Arial"/>
                <a:ea typeface="Arial"/>
                <a:cs typeface="Arial"/>
              </a:rPr>
              <a:t>Uses ingredients, recipes, time, budget and dietary constraints to build a feasible cooking plan.</a:t>
            </a:r>
            <a:endParaRPr sz="1575" b="0" i="0">
              <a:solidFill>
                <a:srgbClr val="667174"/>
              </a:solidFill>
              <a:latin typeface="Arial"/>
              <a:ea typeface="Arial"/>
              <a:cs typeface="Arial"/>
            </a:endParaRPr>
          </a:p>
        </p:txBody>
      </p:sp>
      <p:sp>
        <p:nvSpPr>
          <p:cNvPr id="16" name="直接连接符 15">
            <a:extLst>
              <a:ext uri="{FF2B5EF4-FFF2-40B4-BE49-F238E27FC236}">
                <a16:creationId xmlns:a16="http://schemas.microsoft.com/office/drawing/2014/main" id="{F7CB57B3-C620-473C-8229-D4D3BFD6B310}"/>
              </a:ext>
            </a:extLst>
          </p:cNvPr>
          <p:cNvSpPr>
            <a:spLocks noGrp="1"/>
          </p:cNvSpPr>
          <p:nvPr/>
        </p:nvSpPr>
        <p:spPr>
          <a:xfrm>
            <a:off x="7953375" y="1600200"/>
            <a:ext cx="0" cy="3810000"/>
          </a:xfrm>
          <a:prstGeom prst="line">
            <a:avLst/>
          </a:prstGeom>
          <a:noFill/>
          <a:ln w="11430">
            <a:solidFill>
              <a:srgbClr val="D8DDD9"/>
            </a:solidFill>
            <a:prstDash val="solid"/>
          </a:ln>
        </p:spPr>
        <p:txBody>
          <a:bodyPr/>
          <a:lstStyle/>
          <a:p>
            <a:endParaRPr/>
          </a:p>
        </p:txBody>
      </p:sp>
      <p:sp>
        <p:nvSpPr>
          <p:cNvPr id="17" name="矩形 16">
            <a:extLst>
              <a:ext uri="{FF2B5EF4-FFF2-40B4-BE49-F238E27FC236}">
                <a16:creationId xmlns:a16="http://schemas.microsoft.com/office/drawing/2014/main" id="{DA73F909-54A6-4C1A-AC4B-014176F3325C}"/>
              </a:ext>
            </a:extLst>
          </p:cNvPr>
          <p:cNvSpPr>
            <a:spLocks noGrp="1"/>
          </p:cNvSpPr>
          <p:nvPr/>
        </p:nvSpPr>
        <p:spPr>
          <a:xfrm>
            <a:off x="838200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B86143"/>
                </a:solidFill>
                <a:latin typeface="Arial"/>
                <a:ea typeface="Arial"/>
                <a:cs typeface="Arial"/>
              </a:defRPr>
            </a:pPr>
            <a:r>
              <a:rPr sz="2925" b="1" i="0">
                <a:solidFill>
                  <a:srgbClr val="B86143"/>
                </a:solidFill>
                <a:latin typeface="Arial"/>
                <a:ea typeface="Arial"/>
                <a:cs typeface="Arial"/>
              </a:rPr>
              <a:t>03</a:t>
            </a:r>
          </a:p>
        </p:txBody>
      </p:sp>
      <p:sp>
        <p:nvSpPr>
          <p:cNvPr id="18" name="矩形 17">
            <a:extLst>
              <a:ext uri="{FF2B5EF4-FFF2-40B4-BE49-F238E27FC236}">
                <a16:creationId xmlns:a16="http://schemas.microsoft.com/office/drawing/2014/main" id="{BAB93A56-DB33-4691-A7A1-B4EF2202AE05}"/>
              </a:ext>
            </a:extLst>
          </p:cNvPr>
          <p:cNvSpPr>
            <a:spLocks noGrp="1"/>
          </p:cNvSpPr>
          <p:nvPr/>
        </p:nvSpPr>
        <p:spPr>
          <a:xfrm>
            <a:off x="8382000" y="2266950"/>
            <a:ext cx="24765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CHATBOT</a:t>
            </a:r>
          </a:p>
        </p:txBody>
      </p:sp>
      <p:sp>
        <p:nvSpPr>
          <p:cNvPr id="19" name="矩形 18">
            <a:extLst>
              <a:ext uri="{FF2B5EF4-FFF2-40B4-BE49-F238E27FC236}">
                <a16:creationId xmlns:a16="http://schemas.microsoft.com/office/drawing/2014/main" id="{8CB6E57B-BBC5-4764-8E29-F4C92174A8F9}"/>
              </a:ext>
            </a:extLst>
          </p:cNvPr>
          <p:cNvSpPr>
            <a:spLocks noGrp="1"/>
          </p:cNvSpPr>
          <p:nvPr/>
        </p:nvSpPr>
        <p:spPr>
          <a:xfrm>
            <a:off x="8160792" y="2683135"/>
            <a:ext cx="3650208" cy="38100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lang="en-US" sz="2025" b="1" i="0">
                <a:solidFill>
                  <a:srgbClr val="192526"/>
                </a:solidFill>
                <a:latin typeface="Arial"/>
                <a:ea typeface="Arial"/>
                <a:cs typeface="Arial"/>
              </a:rPr>
              <a:t>Grounded Chatbot</a:t>
            </a:r>
            <a:endParaRPr sz="2025" b="1" i="0">
              <a:solidFill>
                <a:srgbClr val="192526"/>
              </a:solidFill>
              <a:latin typeface="Arial"/>
              <a:ea typeface="Arial"/>
              <a:cs typeface="Arial"/>
            </a:endParaRPr>
          </a:p>
        </p:txBody>
      </p:sp>
      <p:sp>
        <p:nvSpPr>
          <p:cNvPr id="20" name="矩形 19">
            <a:extLst>
              <a:ext uri="{FF2B5EF4-FFF2-40B4-BE49-F238E27FC236}">
                <a16:creationId xmlns:a16="http://schemas.microsoft.com/office/drawing/2014/main" id="{647C0D22-9731-46D7-9108-06E9A3AE4CF5}"/>
              </a:ext>
            </a:extLst>
          </p:cNvPr>
          <p:cNvSpPr>
            <a:spLocks noGrp="1"/>
          </p:cNvSpPr>
          <p:nvPr/>
        </p:nvSpPr>
        <p:spPr>
          <a:xfrm>
            <a:off x="8382000" y="3390900"/>
            <a:ext cx="3143250" cy="781050"/>
          </a:xfrm>
          <a:prstGeom prst="rect">
            <a:avLst/>
          </a:prstGeom>
          <a:noFill/>
          <a:ln w="0">
            <a:noFill/>
            <a:prstDash val="solid"/>
          </a:ln>
        </p:spPr>
        <p:txBody>
          <a:bodyPr wrap="square" lIns="0" tIns="0" rIns="0" bIns="0" anchor="t">
            <a:noAutofit/>
          </a:bodyPr>
          <a:lstStyle/>
          <a:p>
            <a:pPr algn="l">
              <a:lnSpc>
                <a:spcPct val="118000"/>
              </a:lnSpc>
              <a:buNone/>
              <a:defRPr sz="1725" b="1" i="0">
                <a:solidFill>
                  <a:srgbClr val="356B56"/>
                </a:solidFill>
                <a:latin typeface="Arial"/>
                <a:ea typeface="Arial"/>
                <a:cs typeface="Arial"/>
              </a:defRPr>
            </a:pPr>
            <a:endParaRPr sz="1725" b="1" i="0">
              <a:solidFill>
                <a:srgbClr val="356B56"/>
              </a:solidFill>
              <a:latin typeface="Arial"/>
              <a:ea typeface="Arial"/>
              <a:cs typeface="Arial"/>
            </a:endParaRPr>
          </a:p>
        </p:txBody>
      </p:sp>
      <p:sp>
        <p:nvSpPr>
          <p:cNvPr id="21" name="矩形 20">
            <a:extLst>
              <a:ext uri="{FF2B5EF4-FFF2-40B4-BE49-F238E27FC236}">
                <a16:creationId xmlns:a16="http://schemas.microsoft.com/office/drawing/2014/main" id="{72A8EB44-5E42-421D-B89D-6823AA8C8A25}"/>
              </a:ext>
            </a:extLst>
          </p:cNvPr>
          <p:cNvSpPr>
            <a:spLocks noGrp="1"/>
          </p:cNvSpPr>
          <p:nvPr/>
        </p:nvSpPr>
        <p:spPr>
          <a:xfrm>
            <a:off x="8267701" y="3346118"/>
            <a:ext cx="3650203" cy="847723"/>
          </a:xfrm>
          <a:prstGeom prst="rect">
            <a:avLst/>
          </a:prstGeom>
          <a:noFill/>
          <a:ln w="0">
            <a:noFill/>
            <a:prstDash val="solid"/>
          </a:ln>
        </p:spPr>
        <p:txBody>
          <a:bodyPr wrap="square" lIns="0" tIns="0" rIns="0" bIns="0" anchor="t">
            <a:noAutofit/>
          </a:bodyPr>
          <a:lstStyle/>
          <a:p>
            <a:pPr algn="l">
              <a:lnSpc>
                <a:spcPct val="105000"/>
              </a:lnSpc>
              <a:buNone/>
              <a:defRPr sz="1500" b="0" i="0">
                <a:solidFill>
                  <a:srgbClr val="667174"/>
                </a:solidFill>
                <a:latin typeface="Arial"/>
                <a:ea typeface="Arial"/>
                <a:cs typeface="Arial"/>
              </a:defRPr>
            </a:pPr>
            <a:r>
              <a:rPr lang="en-SG" sz="1500" b="0" i="0">
                <a:solidFill>
                  <a:srgbClr val="667174"/>
                </a:solidFill>
                <a:latin typeface="Arial"/>
                <a:ea typeface="Arial"/>
                <a:cs typeface="Arial"/>
              </a:rPr>
              <a:t>Routes food-related requests to search, summary or comparison workflows using backend APIs and generate responses.</a:t>
            </a:r>
            <a:endParaRPr sz="1500" b="0" i="0">
              <a:solidFill>
                <a:srgbClr val="667174"/>
              </a:solidFill>
              <a:latin typeface="Arial"/>
              <a:ea typeface="Arial"/>
              <a:cs typeface="Arial"/>
            </a:endParaRPr>
          </a:p>
        </p:txBody>
      </p:sp>
      <p:sp>
        <p:nvSpPr>
          <p:cNvPr id="22" name="矩形: 圆角 21">
            <a:extLst>
              <a:ext uri="{FF2B5EF4-FFF2-40B4-BE49-F238E27FC236}">
                <a16:creationId xmlns:a16="http://schemas.microsoft.com/office/drawing/2014/main" id="{961C28F3-AD1E-4910-AAE4-66563CF2BBC2}"/>
              </a:ext>
            </a:extLst>
          </p:cNvPr>
          <p:cNvSpPr>
            <a:spLocks noGrp="1"/>
          </p:cNvSpPr>
          <p:nvPr/>
        </p:nvSpPr>
        <p:spPr>
          <a:xfrm>
            <a:off x="1562100" y="5761914"/>
            <a:ext cx="9067800" cy="609600"/>
          </a:xfrm>
          <a:prstGeom prst="roundRect">
            <a:avLst>
              <a:gd name="adj" fmla="val 18750"/>
            </a:avLst>
          </a:prstGeom>
          <a:solidFill>
            <a:srgbClr val="E7F0EB"/>
          </a:solidFill>
          <a:ln w="10478">
            <a:solidFill>
              <a:srgbClr val="4F806B"/>
            </a:solidFill>
            <a:prstDash val="solid"/>
          </a:ln>
        </p:spPr>
        <p:txBody>
          <a:bodyPr wrap="square" lIns="114300" tIns="95250" rIns="114300" bIns="95250" anchor="ctr">
            <a:noAutofit/>
          </a:bodyPr>
          <a:lstStyle/>
          <a:p>
            <a:pPr algn="ctr">
              <a:lnSpc>
                <a:spcPct val="100000"/>
              </a:lnSpc>
              <a:buNone/>
              <a:defRPr sz="1425" b="1">
                <a:solidFill>
                  <a:srgbClr val="356B56"/>
                </a:solidFill>
                <a:latin typeface="Arial"/>
                <a:ea typeface="Arial"/>
                <a:cs typeface="Arial"/>
              </a:defRPr>
            </a:pPr>
            <a:r>
              <a:rPr lang="en-SG" sz="1425" b="1" err="1">
                <a:solidFill>
                  <a:srgbClr val="356B56"/>
                </a:solidFill>
                <a:latin typeface="Arial"/>
                <a:ea typeface="Arial"/>
                <a:cs typeface="Arial"/>
              </a:rPr>
              <a:t>LangGraph</a:t>
            </a:r>
            <a:r>
              <a:rPr lang="en-SG" sz="1425" b="1">
                <a:solidFill>
                  <a:srgbClr val="356B56"/>
                </a:solidFill>
                <a:latin typeface="Arial"/>
                <a:ea typeface="Arial"/>
                <a:cs typeface="Arial"/>
              </a:rPr>
              <a:t> manages the Recommendation and Cooking </a:t>
            </a:r>
            <a:r>
              <a:rPr lang="en-SG" sz="1425" b="1" err="1">
                <a:solidFill>
                  <a:srgbClr val="356B56"/>
                </a:solidFill>
                <a:latin typeface="Arial"/>
                <a:ea typeface="Arial"/>
                <a:cs typeface="Arial"/>
              </a:rPr>
              <a:t>workflows.Each</a:t>
            </a:r>
            <a:r>
              <a:rPr lang="en-SG" sz="1425" b="1">
                <a:solidFill>
                  <a:srgbClr val="356B56"/>
                </a:solidFill>
                <a:latin typeface="Arial"/>
                <a:ea typeface="Arial"/>
                <a:cs typeface="Arial"/>
              </a:rPr>
              <a:t> Intelligence service applies bounded routing, timeouts, authorisation and traceable execution.</a:t>
            </a:r>
            <a:endParaRPr sz="1425" b="1">
              <a:solidFill>
                <a:srgbClr val="356B56"/>
              </a:solidFill>
              <a:latin typeface="Arial"/>
              <a:ea typeface="Arial"/>
              <a:cs typeface="Arial"/>
            </a:endParaRPr>
          </a:p>
        </p:txBody>
      </p:sp>
    </p:spTree>
    <p:extLst>
      <p:ext uri="{BB962C8B-B14F-4D97-AF65-F5344CB8AC3E}">
        <p14:creationId xmlns:p14="http://schemas.microsoft.com/office/powerpoint/2010/main" val="584264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7334-CE53-69A8-7252-9F403035BA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E150775-A748-54F6-3925-5770DB493DC5}"/>
              </a:ext>
            </a:extLst>
          </p:cNvPr>
          <p:cNvSpPr txBox="1"/>
          <p:nvPr/>
        </p:nvSpPr>
        <p:spPr>
          <a:xfrm>
            <a:off x="4689589" y="2921168"/>
            <a:ext cx="2812821" cy="1015663"/>
          </a:xfrm>
          <a:prstGeom prst="rect">
            <a:avLst/>
          </a:prstGeom>
          <a:noFill/>
        </p:spPr>
        <p:txBody>
          <a:bodyPr wrap="none" rtlCol="0">
            <a:spAutoFit/>
          </a:bodyPr>
          <a:lstStyle/>
          <a:p>
            <a:r>
              <a:rPr lang="en-US" altLang="zh-CN" sz="6000"/>
              <a:t>Backend</a:t>
            </a:r>
            <a:endParaRPr lang="zh-CN" altLang="en-US" sz="6000"/>
          </a:p>
        </p:txBody>
      </p:sp>
    </p:spTree>
    <p:extLst>
      <p:ext uri="{BB962C8B-B14F-4D97-AF65-F5344CB8AC3E}">
        <p14:creationId xmlns:p14="http://schemas.microsoft.com/office/powerpoint/2010/main" val="1274716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2">
            <a:extLst>
              <a:ext uri="{FF2B5EF4-FFF2-40B4-BE49-F238E27FC236}">
                <a16:creationId xmlns:a16="http://schemas.microsoft.com/office/drawing/2014/main" id="{DE9DA932-DDB0-51D7-499D-BE0866FB36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5061" y="306482"/>
            <a:ext cx="10530844" cy="6245036"/>
          </a:xfrm>
          <a:prstGeom prst="rect">
            <a:avLst/>
          </a:prstGeom>
        </p:spPr>
      </p:pic>
      <p:sp>
        <p:nvSpPr>
          <p:cNvPr id="4" name="矩形: 圆角 3">
            <a:extLst>
              <a:ext uri="{FF2B5EF4-FFF2-40B4-BE49-F238E27FC236}">
                <a16:creationId xmlns:a16="http://schemas.microsoft.com/office/drawing/2014/main" id="{D8F7B33A-AB4E-7DB6-28FF-20265DB2EED2}"/>
              </a:ext>
            </a:extLst>
          </p:cNvPr>
          <p:cNvSpPr/>
          <p:nvPr/>
        </p:nvSpPr>
        <p:spPr>
          <a:xfrm>
            <a:off x="4162565" y="477672"/>
            <a:ext cx="2715905" cy="4490113"/>
          </a:xfrm>
          <a:prstGeom prst="roundRect">
            <a:avLst/>
          </a:prstGeom>
          <a:noFill/>
          <a:ln w="57150">
            <a:solidFill>
              <a:srgbClr val="FF0000"/>
            </a:solidFill>
          </a:ln>
          <a:effectLst>
            <a:glow rad="63500">
              <a:schemeClr val="accent2">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5B544021-DD73-12DC-997E-80C3EF95824E}"/>
              </a:ext>
            </a:extLst>
          </p:cNvPr>
          <p:cNvSpPr txBox="1"/>
          <p:nvPr/>
        </p:nvSpPr>
        <p:spPr>
          <a:xfrm>
            <a:off x="6441744" y="5138975"/>
            <a:ext cx="5513696" cy="1200329"/>
          </a:xfrm>
          <a:prstGeom prst="rect">
            <a:avLst/>
          </a:prstGeom>
          <a:solidFill>
            <a:srgbClr val="FFFFFF"/>
          </a:solidFill>
          <a:ln w="50800">
            <a:solidFill>
              <a:schemeClr val="accent1"/>
            </a:solidFill>
          </a:ln>
        </p:spPr>
        <p:txBody>
          <a:bodyPr wrap="square" rtlCol="0">
            <a:spAutoFit/>
          </a:bodyPr>
          <a:lstStyle/>
          <a:p>
            <a:r>
              <a:rPr lang="zh-CN" altLang="zh-CN"/>
              <a:t>- Authenticates users and services</a:t>
            </a:r>
          </a:p>
          <a:p>
            <a:r>
              <a:rPr lang="zh-CN" altLang="zh-CN"/>
              <a:t>- Enforces ownership, group visibility and business rules</a:t>
            </a:r>
          </a:p>
          <a:p>
            <a:r>
              <a:rPr lang="zh-CN" altLang="zh-CN"/>
              <a:t>- Coordinates persistence, recommendations, cooking, chat and media</a:t>
            </a:r>
          </a:p>
        </p:txBody>
      </p:sp>
      <p:sp>
        <p:nvSpPr>
          <p:cNvPr id="8" name="文本框 7">
            <a:extLst>
              <a:ext uri="{FF2B5EF4-FFF2-40B4-BE49-F238E27FC236}">
                <a16:creationId xmlns:a16="http://schemas.microsoft.com/office/drawing/2014/main" id="{FEFEC14F-9AD8-BFF1-5459-A05AC57FCB8D}"/>
              </a:ext>
            </a:extLst>
          </p:cNvPr>
          <p:cNvSpPr txBox="1"/>
          <p:nvPr/>
        </p:nvSpPr>
        <p:spPr>
          <a:xfrm>
            <a:off x="675564" y="306482"/>
            <a:ext cx="1377300" cy="584775"/>
          </a:xfrm>
          <a:prstGeom prst="rect">
            <a:avLst/>
          </a:prstGeom>
          <a:noFill/>
        </p:spPr>
        <p:txBody>
          <a:bodyPr wrap="none" rtlCol="0">
            <a:spAutoFit/>
          </a:bodyPr>
          <a:lstStyle/>
          <a:p>
            <a:r>
              <a:rPr lang="en-US" altLang="zh-CN" sz="3200"/>
              <a:t>Review</a:t>
            </a:r>
            <a:endParaRPr lang="zh-CN" altLang="en-US" sz="3200"/>
          </a:p>
        </p:txBody>
      </p:sp>
    </p:spTree>
    <p:extLst>
      <p:ext uri="{BB962C8B-B14F-4D97-AF65-F5344CB8AC3E}">
        <p14:creationId xmlns:p14="http://schemas.microsoft.com/office/powerpoint/2010/main" val="1241060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7B0E458-D467-0D85-23A9-82C9CEE46774}"/>
              </a:ext>
            </a:extLst>
          </p:cNvPr>
          <p:cNvSpPr txBox="1"/>
          <p:nvPr/>
        </p:nvSpPr>
        <p:spPr>
          <a:xfrm>
            <a:off x="170597" y="177420"/>
            <a:ext cx="8633261" cy="1077218"/>
          </a:xfrm>
          <a:prstGeom prst="rect">
            <a:avLst/>
          </a:prstGeom>
          <a:noFill/>
        </p:spPr>
        <p:txBody>
          <a:bodyPr wrap="none" rtlCol="0">
            <a:spAutoFit/>
          </a:bodyPr>
          <a:lstStyle/>
          <a:p>
            <a:r>
              <a:rPr lang="en-US" altLang="zh-CN" sz="3200"/>
              <a:t>JWT Security</a:t>
            </a:r>
          </a:p>
          <a:p>
            <a:r>
              <a:rPr lang="en-US" altLang="zh-CN" sz="3200" b="1"/>
              <a:t>We did a special design.</a:t>
            </a:r>
            <a:r>
              <a:rPr lang="zh-CN" altLang="en-US" sz="3200" b="1"/>
              <a:t>  </a:t>
            </a:r>
            <a:r>
              <a:rPr lang="en-US" altLang="zh-CN" sz="3200" b="1"/>
              <a:t>Use two different tokens</a:t>
            </a:r>
            <a:endParaRPr lang="zh-CN" altLang="en-US" sz="3200" b="1"/>
          </a:p>
        </p:txBody>
      </p:sp>
      <p:sp>
        <p:nvSpPr>
          <p:cNvPr id="10" name="文本框 9">
            <a:extLst>
              <a:ext uri="{FF2B5EF4-FFF2-40B4-BE49-F238E27FC236}">
                <a16:creationId xmlns:a16="http://schemas.microsoft.com/office/drawing/2014/main" id="{60DDD22C-58A4-1D35-032E-572FE4B82ACE}"/>
              </a:ext>
            </a:extLst>
          </p:cNvPr>
          <p:cNvSpPr txBox="1"/>
          <p:nvPr/>
        </p:nvSpPr>
        <p:spPr>
          <a:xfrm>
            <a:off x="7045293" y="1593347"/>
            <a:ext cx="3222497" cy="1938992"/>
          </a:xfrm>
          <a:prstGeom prst="rect">
            <a:avLst/>
          </a:prstGeom>
          <a:noFill/>
          <a:ln w="38100">
            <a:solidFill>
              <a:schemeClr val="accent1"/>
            </a:solidFill>
          </a:ln>
        </p:spPr>
        <p:txBody>
          <a:bodyPr wrap="square" rtlCol="0">
            <a:spAutoFit/>
          </a:bodyPr>
          <a:lstStyle/>
          <a:p>
            <a:r>
              <a:rPr lang="en-SG" altLang="zh-CN" sz="2400" b="1"/>
              <a:t>Short-lived Access JWT</a:t>
            </a:r>
          </a:p>
          <a:p>
            <a:r>
              <a:rPr lang="en-SG" altLang="zh-CN" sz="2400" b="1"/>
              <a:t>Send to client</a:t>
            </a:r>
          </a:p>
          <a:p>
            <a:r>
              <a:rPr lang="en-SG" altLang="zh-CN"/>
              <a:t>15 minutes</a:t>
            </a:r>
          </a:p>
          <a:p>
            <a:r>
              <a:rPr lang="en-SG" altLang="zh-CN"/>
              <a:t>Used on every protected API request</a:t>
            </a:r>
          </a:p>
          <a:p>
            <a:r>
              <a:rPr lang="en-SG" altLang="zh-CN"/>
              <a:t>Fast verification</a:t>
            </a:r>
          </a:p>
        </p:txBody>
      </p:sp>
      <p:sp>
        <p:nvSpPr>
          <p:cNvPr id="11" name="文本框 10">
            <a:extLst>
              <a:ext uri="{FF2B5EF4-FFF2-40B4-BE49-F238E27FC236}">
                <a16:creationId xmlns:a16="http://schemas.microsoft.com/office/drawing/2014/main" id="{0F7855BF-2051-825A-9801-6DDB248F0D37}"/>
              </a:ext>
            </a:extLst>
          </p:cNvPr>
          <p:cNvSpPr txBox="1"/>
          <p:nvPr/>
        </p:nvSpPr>
        <p:spPr>
          <a:xfrm>
            <a:off x="888457" y="1731847"/>
            <a:ext cx="3476809" cy="1661993"/>
          </a:xfrm>
          <a:prstGeom prst="rect">
            <a:avLst/>
          </a:prstGeom>
          <a:noFill/>
          <a:ln w="38100">
            <a:solidFill>
              <a:schemeClr val="accent1"/>
            </a:solidFill>
          </a:ln>
        </p:spPr>
        <p:txBody>
          <a:bodyPr wrap="square" rtlCol="0">
            <a:spAutoFit/>
          </a:bodyPr>
          <a:lstStyle/>
          <a:p>
            <a:r>
              <a:rPr lang="en-SG" altLang="zh-CN" sz="2400" b="1"/>
              <a:t>Long-lived Refresh Token</a:t>
            </a:r>
          </a:p>
          <a:p>
            <a:r>
              <a:rPr lang="en-SG" altLang="zh-CN" sz="2400" b="1"/>
              <a:t>Only in database</a:t>
            </a:r>
          </a:p>
          <a:p>
            <a:r>
              <a:rPr lang="en-SG" altLang="zh-CN"/>
              <a:t>30 days</a:t>
            </a:r>
          </a:p>
          <a:p>
            <a:r>
              <a:rPr lang="en-SG" altLang="zh-CN"/>
              <a:t>Used only at /auth/refresh</a:t>
            </a:r>
          </a:p>
          <a:p>
            <a:r>
              <a:rPr lang="en-SG" altLang="zh-CN"/>
              <a:t>Hashed, rotated and revocable</a:t>
            </a:r>
            <a:endParaRPr lang="zh-CN" altLang="en-US"/>
          </a:p>
        </p:txBody>
      </p:sp>
      <p:grpSp>
        <p:nvGrpSpPr>
          <p:cNvPr id="14" name="组合 13">
            <a:extLst>
              <a:ext uri="{FF2B5EF4-FFF2-40B4-BE49-F238E27FC236}">
                <a16:creationId xmlns:a16="http://schemas.microsoft.com/office/drawing/2014/main" id="{D0FF6395-3524-AE61-20F5-8D587B56F261}"/>
              </a:ext>
            </a:extLst>
          </p:cNvPr>
          <p:cNvGrpSpPr/>
          <p:nvPr/>
        </p:nvGrpSpPr>
        <p:grpSpPr>
          <a:xfrm>
            <a:off x="1357952" y="4122045"/>
            <a:ext cx="1412543" cy="1044054"/>
            <a:chOff x="1166884" y="3937379"/>
            <a:chExt cx="1412543" cy="1044054"/>
          </a:xfrm>
        </p:grpSpPr>
        <p:sp>
          <p:nvSpPr>
            <p:cNvPr id="12" name="椭圆 11">
              <a:extLst>
                <a:ext uri="{FF2B5EF4-FFF2-40B4-BE49-F238E27FC236}">
                  <a16:creationId xmlns:a16="http://schemas.microsoft.com/office/drawing/2014/main" id="{7B5B132A-3438-CC57-BBB8-F7859AC3DDB4}"/>
                </a:ext>
              </a:extLst>
            </p:cNvPr>
            <p:cNvSpPr/>
            <p:nvPr/>
          </p:nvSpPr>
          <p:spPr>
            <a:xfrm>
              <a:off x="1166884" y="3937379"/>
              <a:ext cx="1412543" cy="1044054"/>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83B9D52-D274-1744-031F-A937529B9C7B}"/>
                </a:ext>
              </a:extLst>
            </p:cNvPr>
            <p:cNvSpPr txBox="1"/>
            <p:nvPr/>
          </p:nvSpPr>
          <p:spPr>
            <a:xfrm>
              <a:off x="1510171" y="4274740"/>
              <a:ext cx="725968" cy="369332"/>
            </a:xfrm>
            <a:prstGeom prst="rect">
              <a:avLst/>
            </a:prstGeom>
            <a:noFill/>
          </p:spPr>
          <p:txBody>
            <a:bodyPr wrap="none" rtlCol="0">
              <a:spAutoFit/>
            </a:bodyPr>
            <a:lstStyle/>
            <a:p>
              <a:r>
                <a:rPr lang="en-US" altLang="zh-CN"/>
                <a:t>Client</a:t>
              </a:r>
              <a:endParaRPr lang="zh-CN" altLang="en-US"/>
            </a:p>
          </p:txBody>
        </p:sp>
      </p:grpSp>
      <p:grpSp>
        <p:nvGrpSpPr>
          <p:cNvPr id="17" name="组合 16">
            <a:extLst>
              <a:ext uri="{FF2B5EF4-FFF2-40B4-BE49-F238E27FC236}">
                <a16:creationId xmlns:a16="http://schemas.microsoft.com/office/drawing/2014/main" id="{667579EC-EEAC-F72E-BD28-F83C9F41FCC0}"/>
              </a:ext>
            </a:extLst>
          </p:cNvPr>
          <p:cNvGrpSpPr/>
          <p:nvPr/>
        </p:nvGrpSpPr>
        <p:grpSpPr>
          <a:xfrm>
            <a:off x="8229600" y="4122045"/>
            <a:ext cx="1323833" cy="1044054"/>
            <a:chOff x="6960358" y="4176215"/>
            <a:chExt cx="1323833" cy="1044054"/>
          </a:xfrm>
        </p:grpSpPr>
        <p:sp>
          <p:nvSpPr>
            <p:cNvPr id="15" name="矩形 14">
              <a:extLst>
                <a:ext uri="{FF2B5EF4-FFF2-40B4-BE49-F238E27FC236}">
                  <a16:creationId xmlns:a16="http://schemas.microsoft.com/office/drawing/2014/main" id="{4E8D4BBC-A74B-BC21-6D31-C768B65EED53}"/>
                </a:ext>
              </a:extLst>
            </p:cNvPr>
            <p:cNvSpPr/>
            <p:nvPr/>
          </p:nvSpPr>
          <p:spPr>
            <a:xfrm>
              <a:off x="6960358" y="4176215"/>
              <a:ext cx="1323833" cy="104405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7F1F2EF-25EF-15A3-0C09-28D86A39EB56}"/>
                </a:ext>
              </a:extLst>
            </p:cNvPr>
            <p:cNvSpPr txBox="1"/>
            <p:nvPr/>
          </p:nvSpPr>
          <p:spPr>
            <a:xfrm>
              <a:off x="7229442" y="4500350"/>
              <a:ext cx="785664" cy="369332"/>
            </a:xfrm>
            <a:prstGeom prst="rect">
              <a:avLst/>
            </a:prstGeom>
            <a:noFill/>
            <a:ln>
              <a:noFill/>
            </a:ln>
          </p:spPr>
          <p:txBody>
            <a:bodyPr wrap="none" rtlCol="0">
              <a:spAutoFit/>
            </a:bodyPr>
            <a:lstStyle/>
            <a:p>
              <a:r>
                <a:rPr lang="en-US" altLang="zh-CN"/>
                <a:t>Server</a:t>
              </a:r>
              <a:endParaRPr lang="zh-CN" altLang="en-US"/>
            </a:p>
          </p:txBody>
        </p:sp>
      </p:grpSp>
      <p:grpSp>
        <p:nvGrpSpPr>
          <p:cNvPr id="20" name="组合 19">
            <a:extLst>
              <a:ext uri="{FF2B5EF4-FFF2-40B4-BE49-F238E27FC236}">
                <a16:creationId xmlns:a16="http://schemas.microsoft.com/office/drawing/2014/main" id="{D6DCBFD4-C8D6-30B6-79CC-6706172F9544}"/>
              </a:ext>
            </a:extLst>
          </p:cNvPr>
          <p:cNvGrpSpPr/>
          <p:nvPr/>
        </p:nvGrpSpPr>
        <p:grpSpPr>
          <a:xfrm>
            <a:off x="8004730" y="4773334"/>
            <a:ext cx="1864515" cy="491319"/>
            <a:chOff x="6096000" y="4053385"/>
            <a:chExt cx="1864515" cy="491319"/>
          </a:xfrm>
        </p:grpSpPr>
        <p:sp>
          <p:nvSpPr>
            <p:cNvPr id="18" name="矩形: 圆角 17">
              <a:extLst>
                <a:ext uri="{FF2B5EF4-FFF2-40B4-BE49-F238E27FC236}">
                  <a16:creationId xmlns:a16="http://schemas.microsoft.com/office/drawing/2014/main" id="{571DC0EB-9CE4-2901-F0D8-0EA3FAF82C50}"/>
                </a:ext>
              </a:extLst>
            </p:cNvPr>
            <p:cNvSpPr/>
            <p:nvPr/>
          </p:nvSpPr>
          <p:spPr>
            <a:xfrm>
              <a:off x="6096000" y="4053385"/>
              <a:ext cx="1864515" cy="491319"/>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45095A9E-9AED-1C60-DDEB-D39C448D9500}"/>
                </a:ext>
              </a:extLst>
            </p:cNvPr>
            <p:cNvSpPr txBox="1"/>
            <p:nvPr/>
          </p:nvSpPr>
          <p:spPr>
            <a:xfrm>
              <a:off x="6169764" y="4122045"/>
              <a:ext cx="1751057" cy="369332"/>
            </a:xfrm>
            <a:prstGeom prst="rect">
              <a:avLst/>
            </a:prstGeom>
            <a:noFill/>
            <a:ln>
              <a:noFill/>
            </a:ln>
          </p:spPr>
          <p:style>
            <a:lnRef idx="1">
              <a:schemeClr val="dk1"/>
            </a:lnRef>
            <a:fillRef idx="2">
              <a:schemeClr val="dk1"/>
            </a:fillRef>
            <a:effectRef idx="1">
              <a:schemeClr val="dk1"/>
            </a:effectRef>
            <a:fontRef idx="minor">
              <a:schemeClr val="dk1"/>
            </a:fontRef>
          </p:style>
          <p:txBody>
            <a:bodyPr wrap="none" rtlCol="0">
              <a:spAutoFit/>
            </a:bodyPr>
            <a:lstStyle/>
            <a:p>
              <a:r>
                <a:rPr lang="en-US" altLang="zh-CN"/>
                <a:t>Long-lived Token</a:t>
              </a:r>
              <a:endParaRPr lang="zh-CN" altLang="en-US"/>
            </a:p>
          </p:txBody>
        </p:sp>
      </p:grpSp>
      <p:grpSp>
        <p:nvGrpSpPr>
          <p:cNvPr id="30" name="组合 29">
            <a:extLst>
              <a:ext uri="{FF2B5EF4-FFF2-40B4-BE49-F238E27FC236}">
                <a16:creationId xmlns:a16="http://schemas.microsoft.com/office/drawing/2014/main" id="{C131AB80-6360-9EFE-5410-864F59599E1E}"/>
              </a:ext>
            </a:extLst>
          </p:cNvPr>
          <p:cNvGrpSpPr/>
          <p:nvPr/>
        </p:nvGrpSpPr>
        <p:grpSpPr>
          <a:xfrm>
            <a:off x="7965482" y="5131261"/>
            <a:ext cx="1977080" cy="491319"/>
            <a:chOff x="6056752" y="4053385"/>
            <a:chExt cx="1977080" cy="491319"/>
          </a:xfrm>
          <a:solidFill>
            <a:schemeClr val="bg1"/>
          </a:solidFill>
        </p:grpSpPr>
        <p:sp>
          <p:nvSpPr>
            <p:cNvPr id="31" name="矩形: 圆角 30">
              <a:extLst>
                <a:ext uri="{FF2B5EF4-FFF2-40B4-BE49-F238E27FC236}">
                  <a16:creationId xmlns:a16="http://schemas.microsoft.com/office/drawing/2014/main" id="{8D9627FD-D9F4-1B29-E695-AE814052F839}"/>
                </a:ext>
              </a:extLst>
            </p:cNvPr>
            <p:cNvSpPr/>
            <p:nvPr/>
          </p:nvSpPr>
          <p:spPr>
            <a:xfrm>
              <a:off x="6096000" y="4053385"/>
              <a:ext cx="1864515" cy="491319"/>
            </a:xfrm>
            <a:prstGeom prst="roundRect">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9898AB6A-03B9-F4B0-6B90-BEA285603B38}"/>
                </a:ext>
              </a:extLst>
            </p:cNvPr>
            <p:cNvSpPr txBox="1"/>
            <p:nvPr/>
          </p:nvSpPr>
          <p:spPr>
            <a:xfrm>
              <a:off x="6056752" y="4114378"/>
              <a:ext cx="1977080" cy="369332"/>
            </a:xfrm>
            <a:prstGeom prst="rect">
              <a:avLst/>
            </a:prstGeom>
            <a:grpFill/>
          </p:spPr>
          <p:txBody>
            <a:bodyPr wrap="none" rtlCol="0">
              <a:spAutoFit/>
            </a:bodyPr>
            <a:lstStyle/>
            <a:p>
              <a:r>
                <a:rPr lang="en-US" altLang="zh-CN"/>
                <a:t>Short-lived Token 1</a:t>
              </a:r>
              <a:endParaRPr lang="zh-CN" altLang="en-US"/>
            </a:p>
          </p:txBody>
        </p:sp>
      </p:grpSp>
      <p:grpSp>
        <p:nvGrpSpPr>
          <p:cNvPr id="21" name="组合 20">
            <a:extLst>
              <a:ext uri="{FF2B5EF4-FFF2-40B4-BE49-F238E27FC236}">
                <a16:creationId xmlns:a16="http://schemas.microsoft.com/office/drawing/2014/main" id="{AD8C6CBA-3423-D25B-BEB4-B562A88076EF}"/>
              </a:ext>
            </a:extLst>
          </p:cNvPr>
          <p:cNvGrpSpPr/>
          <p:nvPr/>
        </p:nvGrpSpPr>
        <p:grpSpPr>
          <a:xfrm>
            <a:off x="7965482" y="5139647"/>
            <a:ext cx="1977080" cy="491319"/>
            <a:chOff x="6056752" y="4053385"/>
            <a:chExt cx="1977080" cy="491319"/>
          </a:xfrm>
          <a:solidFill>
            <a:schemeClr val="bg1"/>
          </a:solidFill>
        </p:grpSpPr>
        <p:sp>
          <p:nvSpPr>
            <p:cNvPr id="22" name="矩形: 圆角 21">
              <a:extLst>
                <a:ext uri="{FF2B5EF4-FFF2-40B4-BE49-F238E27FC236}">
                  <a16:creationId xmlns:a16="http://schemas.microsoft.com/office/drawing/2014/main" id="{5AE55182-C382-ED9B-4EB7-B20026791170}"/>
                </a:ext>
              </a:extLst>
            </p:cNvPr>
            <p:cNvSpPr/>
            <p:nvPr/>
          </p:nvSpPr>
          <p:spPr>
            <a:xfrm>
              <a:off x="6096000" y="4053385"/>
              <a:ext cx="1864515" cy="491319"/>
            </a:xfrm>
            <a:prstGeom prst="roundRect">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780511F-F253-3D16-A5C5-960698B73A78}"/>
                </a:ext>
              </a:extLst>
            </p:cNvPr>
            <p:cNvSpPr txBox="1"/>
            <p:nvPr/>
          </p:nvSpPr>
          <p:spPr>
            <a:xfrm>
              <a:off x="6056752" y="4114378"/>
              <a:ext cx="1977080" cy="369332"/>
            </a:xfrm>
            <a:prstGeom prst="rect">
              <a:avLst/>
            </a:prstGeom>
            <a:grpFill/>
          </p:spPr>
          <p:txBody>
            <a:bodyPr wrap="none" rtlCol="0">
              <a:spAutoFit/>
            </a:bodyPr>
            <a:lstStyle/>
            <a:p>
              <a:r>
                <a:rPr lang="en-US" altLang="zh-CN"/>
                <a:t>Short-lived Token 1</a:t>
              </a:r>
              <a:endParaRPr lang="zh-CN" altLang="en-US"/>
            </a:p>
          </p:txBody>
        </p:sp>
      </p:grpSp>
      <p:sp>
        <p:nvSpPr>
          <p:cNvPr id="34" name="乘号 33">
            <a:extLst>
              <a:ext uri="{FF2B5EF4-FFF2-40B4-BE49-F238E27FC236}">
                <a16:creationId xmlns:a16="http://schemas.microsoft.com/office/drawing/2014/main" id="{EC9BCB35-FBF2-9C17-F17D-206A142CC816}"/>
              </a:ext>
            </a:extLst>
          </p:cNvPr>
          <p:cNvSpPr/>
          <p:nvPr/>
        </p:nvSpPr>
        <p:spPr>
          <a:xfrm>
            <a:off x="8724511" y="5144740"/>
            <a:ext cx="459021" cy="495214"/>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FF0000"/>
              </a:solidFill>
            </a:endParaRPr>
          </a:p>
        </p:txBody>
      </p:sp>
      <p:sp>
        <p:nvSpPr>
          <p:cNvPr id="35" name="乘号 34">
            <a:extLst>
              <a:ext uri="{FF2B5EF4-FFF2-40B4-BE49-F238E27FC236}">
                <a16:creationId xmlns:a16="http://schemas.microsoft.com/office/drawing/2014/main" id="{640C2C2E-135B-E668-3C0E-C724A7E2D061}"/>
              </a:ext>
            </a:extLst>
          </p:cNvPr>
          <p:cNvSpPr/>
          <p:nvPr/>
        </p:nvSpPr>
        <p:spPr>
          <a:xfrm>
            <a:off x="1968186" y="4963719"/>
            <a:ext cx="459021" cy="495214"/>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FF0000"/>
              </a:solidFill>
            </a:endParaRPr>
          </a:p>
        </p:txBody>
      </p:sp>
      <p:grpSp>
        <p:nvGrpSpPr>
          <p:cNvPr id="38" name="组合 37">
            <a:extLst>
              <a:ext uri="{FF2B5EF4-FFF2-40B4-BE49-F238E27FC236}">
                <a16:creationId xmlns:a16="http://schemas.microsoft.com/office/drawing/2014/main" id="{5840522D-A658-4820-D4D0-4CE76C2C7880}"/>
              </a:ext>
            </a:extLst>
          </p:cNvPr>
          <p:cNvGrpSpPr/>
          <p:nvPr/>
        </p:nvGrpSpPr>
        <p:grpSpPr>
          <a:xfrm>
            <a:off x="7983971" y="5654946"/>
            <a:ext cx="1977080" cy="491319"/>
            <a:chOff x="6056752" y="4053385"/>
            <a:chExt cx="1977080" cy="491319"/>
          </a:xfrm>
          <a:solidFill>
            <a:schemeClr val="bg1"/>
          </a:solidFill>
        </p:grpSpPr>
        <p:sp>
          <p:nvSpPr>
            <p:cNvPr id="39" name="矩形: 圆角 38">
              <a:extLst>
                <a:ext uri="{FF2B5EF4-FFF2-40B4-BE49-F238E27FC236}">
                  <a16:creationId xmlns:a16="http://schemas.microsoft.com/office/drawing/2014/main" id="{59082935-7719-165A-BC75-C0DE3CF99512}"/>
                </a:ext>
              </a:extLst>
            </p:cNvPr>
            <p:cNvSpPr/>
            <p:nvPr/>
          </p:nvSpPr>
          <p:spPr>
            <a:xfrm>
              <a:off x="6096000" y="4053385"/>
              <a:ext cx="1864515" cy="491319"/>
            </a:xfrm>
            <a:prstGeom prst="roundRect">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D5A1DD52-EB50-6A3C-EBDB-86F83F4DCE37}"/>
                </a:ext>
              </a:extLst>
            </p:cNvPr>
            <p:cNvSpPr txBox="1"/>
            <p:nvPr/>
          </p:nvSpPr>
          <p:spPr>
            <a:xfrm>
              <a:off x="6056752" y="4114378"/>
              <a:ext cx="1977080" cy="369332"/>
            </a:xfrm>
            <a:prstGeom prst="rect">
              <a:avLst/>
            </a:prstGeom>
            <a:grpFill/>
          </p:spPr>
          <p:txBody>
            <a:bodyPr wrap="none" rtlCol="0">
              <a:spAutoFit/>
            </a:bodyPr>
            <a:lstStyle/>
            <a:p>
              <a:r>
                <a:rPr lang="en-US" altLang="zh-CN"/>
                <a:t>Short-lived Token 2</a:t>
              </a:r>
              <a:endParaRPr lang="zh-CN" altLang="en-US"/>
            </a:p>
          </p:txBody>
        </p:sp>
      </p:grpSp>
      <p:grpSp>
        <p:nvGrpSpPr>
          <p:cNvPr id="41" name="组合 40">
            <a:extLst>
              <a:ext uri="{FF2B5EF4-FFF2-40B4-BE49-F238E27FC236}">
                <a16:creationId xmlns:a16="http://schemas.microsoft.com/office/drawing/2014/main" id="{6B2D95A5-F2CD-B65A-7E13-92C87815274F}"/>
              </a:ext>
            </a:extLst>
          </p:cNvPr>
          <p:cNvGrpSpPr/>
          <p:nvPr/>
        </p:nvGrpSpPr>
        <p:grpSpPr>
          <a:xfrm>
            <a:off x="7985831" y="5658279"/>
            <a:ext cx="1977080" cy="491319"/>
            <a:chOff x="6056752" y="4053385"/>
            <a:chExt cx="1977080" cy="491319"/>
          </a:xfrm>
          <a:solidFill>
            <a:schemeClr val="bg1"/>
          </a:solidFill>
        </p:grpSpPr>
        <p:sp>
          <p:nvSpPr>
            <p:cNvPr id="42" name="矩形: 圆角 41">
              <a:extLst>
                <a:ext uri="{FF2B5EF4-FFF2-40B4-BE49-F238E27FC236}">
                  <a16:creationId xmlns:a16="http://schemas.microsoft.com/office/drawing/2014/main" id="{1AA7D5E3-45AC-C9DE-2902-AA44DE45ACD1}"/>
                </a:ext>
              </a:extLst>
            </p:cNvPr>
            <p:cNvSpPr/>
            <p:nvPr/>
          </p:nvSpPr>
          <p:spPr>
            <a:xfrm>
              <a:off x="6096000" y="4053385"/>
              <a:ext cx="1864515" cy="491319"/>
            </a:xfrm>
            <a:prstGeom prst="roundRect">
              <a:avLst/>
            </a:prstGeom>
            <a:grp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292E0DF9-9599-0FF0-BECA-46D91486F52F}"/>
                </a:ext>
              </a:extLst>
            </p:cNvPr>
            <p:cNvSpPr txBox="1"/>
            <p:nvPr/>
          </p:nvSpPr>
          <p:spPr>
            <a:xfrm>
              <a:off x="6056752" y="4114378"/>
              <a:ext cx="1977080" cy="369332"/>
            </a:xfrm>
            <a:prstGeom prst="rect">
              <a:avLst/>
            </a:prstGeom>
            <a:grpFill/>
          </p:spPr>
          <p:txBody>
            <a:bodyPr wrap="none" rtlCol="0">
              <a:spAutoFit/>
            </a:bodyPr>
            <a:lstStyle/>
            <a:p>
              <a:r>
                <a:rPr lang="en-US" altLang="zh-CN"/>
                <a:t>Short-lived Token 2</a:t>
              </a:r>
              <a:endParaRPr lang="zh-CN" altLang="en-US"/>
            </a:p>
          </p:txBody>
        </p:sp>
      </p:grpSp>
      <p:grpSp>
        <p:nvGrpSpPr>
          <p:cNvPr id="46" name="组合 45">
            <a:extLst>
              <a:ext uri="{FF2B5EF4-FFF2-40B4-BE49-F238E27FC236}">
                <a16:creationId xmlns:a16="http://schemas.microsoft.com/office/drawing/2014/main" id="{9F452AD8-214C-26FD-9AFA-F8B090F91EC3}"/>
              </a:ext>
            </a:extLst>
          </p:cNvPr>
          <p:cNvGrpSpPr/>
          <p:nvPr/>
        </p:nvGrpSpPr>
        <p:grpSpPr>
          <a:xfrm>
            <a:off x="4365266" y="3665013"/>
            <a:ext cx="1528997" cy="1044054"/>
            <a:chOff x="3912433" y="4002374"/>
            <a:chExt cx="1528997" cy="1044054"/>
          </a:xfrm>
        </p:grpSpPr>
        <p:sp>
          <p:nvSpPr>
            <p:cNvPr id="44" name="椭圆 43">
              <a:extLst>
                <a:ext uri="{FF2B5EF4-FFF2-40B4-BE49-F238E27FC236}">
                  <a16:creationId xmlns:a16="http://schemas.microsoft.com/office/drawing/2014/main" id="{CA9C33EA-44FB-5C76-5BBD-599705C91B3F}"/>
                </a:ext>
              </a:extLst>
            </p:cNvPr>
            <p:cNvSpPr/>
            <p:nvPr/>
          </p:nvSpPr>
          <p:spPr>
            <a:xfrm>
              <a:off x="3912433" y="4002374"/>
              <a:ext cx="1528997" cy="1044054"/>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22D0ACC4-C9B6-2F22-EB49-FA8BD5A352B7}"/>
                </a:ext>
              </a:extLst>
            </p:cNvPr>
            <p:cNvSpPr txBox="1"/>
            <p:nvPr/>
          </p:nvSpPr>
          <p:spPr>
            <a:xfrm>
              <a:off x="4262105" y="4339735"/>
              <a:ext cx="829651" cy="369332"/>
            </a:xfrm>
            <a:prstGeom prst="rect">
              <a:avLst/>
            </a:prstGeom>
            <a:noFill/>
          </p:spPr>
          <p:txBody>
            <a:bodyPr wrap="none" rtlCol="0">
              <a:spAutoFit/>
            </a:bodyPr>
            <a:lstStyle/>
            <a:p>
              <a:r>
                <a:rPr lang="en-US" altLang="zh-CN"/>
                <a:t>Hacker</a:t>
              </a:r>
              <a:endParaRPr lang="zh-CN" altLang="en-US"/>
            </a:p>
          </p:txBody>
        </p:sp>
      </p:grpSp>
      <p:cxnSp>
        <p:nvCxnSpPr>
          <p:cNvPr id="48" name="直接箭头连接符 47">
            <a:extLst>
              <a:ext uri="{FF2B5EF4-FFF2-40B4-BE49-F238E27FC236}">
                <a16:creationId xmlns:a16="http://schemas.microsoft.com/office/drawing/2014/main" id="{AD9D1320-6B46-AD88-65CC-4B730164E626}"/>
              </a:ext>
            </a:extLst>
          </p:cNvPr>
          <p:cNvCxnSpPr>
            <a:cxnSpLocks/>
            <a:stCxn id="35" idx="1"/>
            <a:endCxn id="44" idx="3"/>
          </p:cNvCxnSpPr>
          <p:nvPr/>
        </p:nvCxnSpPr>
        <p:spPr>
          <a:xfrm flipV="1">
            <a:off x="2316962" y="4556169"/>
            <a:ext cx="2272220" cy="5264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乘号 50">
            <a:extLst>
              <a:ext uri="{FF2B5EF4-FFF2-40B4-BE49-F238E27FC236}">
                <a16:creationId xmlns:a16="http://schemas.microsoft.com/office/drawing/2014/main" id="{F760D634-4528-A20E-CE68-830910DDCDEA}"/>
              </a:ext>
            </a:extLst>
          </p:cNvPr>
          <p:cNvSpPr/>
          <p:nvPr/>
        </p:nvSpPr>
        <p:spPr>
          <a:xfrm>
            <a:off x="1968186" y="5484364"/>
            <a:ext cx="459021" cy="495214"/>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FF0000"/>
              </a:solidFill>
            </a:endParaRPr>
          </a:p>
        </p:txBody>
      </p:sp>
      <p:sp>
        <p:nvSpPr>
          <p:cNvPr id="52" name="乘号 51">
            <a:extLst>
              <a:ext uri="{FF2B5EF4-FFF2-40B4-BE49-F238E27FC236}">
                <a16:creationId xmlns:a16="http://schemas.microsoft.com/office/drawing/2014/main" id="{CD780617-4091-607D-7D30-7043B93CD986}"/>
              </a:ext>
            </a:extLst>
          </p:cNvPr>
          <p:cNvSpPr/>
          <p:nvPr/>
        </p:nvSpPr>
        <p:spPr>
          <a:xfrm>
            <a:off x="8724511" y="5658279"/>
            <a:ext cx="459021" cy="495214"/>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FF0000"/>
              </a:solidFill>
            </a:endParaRPr>
          </a:p>
        </p:txBody>
      </p:sp>
      <p:sp>
        <p:nvSpPr>
          <p:cNvPr id="53" name="乘号 52">
            <a:extLst>
              <a:ext uri="{FF2B5EF4-FFF2-40B4-BE49-F238E27FC236}">
                <a16:creationId xmlns:a16="http://schemas.microsoft.com/office/drawing/2014/main" id="{5D5C8BE9-32D7-E883-93E2-FA2878A2CB19}"/>
              </a:ext>
            </a:extLst>
          </p:cNvPr>
          <p:cNvSpPr/>
          <p:nvPr/>
        </p:nvSpPr>
        <p:spPr>
          <a:xfrm>
            <a:off x="8707476" y="4775222"/>
            <a:ext cx="459021" cy="495214"/>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7141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nodeType="clickEffect">
                                  <p:stCondLst>
                                    <p:cond delay="0"/>
                                  </p:stCondLst>
                                  <p:childTnLst>
                                    <p:animMotion origin="layout" path="M 5E-6 4.81481E-6 L -0.5573 -0.02524 " pathEditMode="relative" rAng="0" ptsTypes="AA">
                                      <p:cBhvr>
                                        <p:cTn id="30" dur="2000" fill="hold"/>
                                        <p:tgtEl>
                                          <p:spTgt spid="21"/>
                                        </p:tgtEl>
                                        <p:attrNameLst>
                                          <p:attrName>ppt_x</p:attrName>
                                          <p:attrName>ppt_y</p:attrName>
                                        </p:attrNameLst>
                                      </p:cBhvr>
                                      <p:rCtr x="-27865" y="-1273"/>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additive="base">
                                        <p:cTn id="41" dur="500" fill="hold"/>
                                        <p:tgtEl>
                                          <p:spTgt spid="38"/>
                                        </p:tgtEl>
                                        <p:attrNameLst>
                                          <p:attrName>ppt_x</p:attrName>
                                        </p:attrNameLst>
                                      </p:cBhvr>
                                      <p:tavLst>
                                        <p:tav tm="0">
                                          <p:val>
                                            <p:strVal val="#ppt_x"/>
                                          </p:val>
                                        </p:tav>
                                        <p:tav tm="100000">
                                          <p:val>
                                            <p:strVal val="#ppt_x"/>
                                          </p:val>
                                        </p:tav>
                                      </p:tavLst>
                                    </p:anim>
                                    <p:anim calcmode="lin" valueType="num">
                                      <p:cBhvr additive="base">
                                        <p:cTn id="42" dur="500" fill="hold"/>
                                        <p:tgtEl>
                                          <p:spTgt spid="3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additive="base">
                                        <p:cTn id="45" dur="500" fill="hold"/>
                                        <p:tgtEl>
                                          <p:spTgt spid="41"/>
                                        </p:tgtEl>
                                        <p:attrNameLst>
                                          <p:attrName>ppt_x</p:attrName>
                                        </p:attrNameLst>
                                      </p:cBhvr>
                                      <p:tavLst>
                                        <p:tav tm="0">
                                          <p:val>
                                            <p:strVal val="#ppt_x"/>
                                          </p:val>
                                        </p:tav>
                                        <p:tav tm="100000">
                                          <p:val>
                                            <p:strVal val="#ppt_x"/>
                                          </p:val>
                                        </p:tav>
                                      </p:tavLst>
                                    </p:anim>
                                    <p:anim calcmode="lin" valueType="num">
                                      <p:cBhvr additive="base">
                                        <p:cTn id="4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nodeType="clickEffect">
                                  <p:stCondLst>
                                    <p:cond delay="0"/>
                                  </p:stCondLst>
                                  <p:childTnLst>
                                    <p:animMotion origin="layout" path="M 2.5E-6 3.33333E-6 L -0.55729 -0.02523 " pathEditMode="relative" rAng="0" ptsTypes="AA">
                                      <p:cBhvr>
                                        <p:cTn id="50" dur="2000" fill="hold"/>
                                        <p:tgtEl>
                                          <p:spTgt spid="38"/>
                                        </p:tgtEl>
                                        <p:attrNameLst>
                                          <p:attrName>ppt_x</p:attrName>
                                          <p:attrName>ppt_y</p:attrName>
                                        </p:attrNameLst>
                                      </p:cBhvr>
                                      <p:rCtr x="-27865" y="-1273"/>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51" grpId="0" animBg="1"/>
      <p:bldP spid="52" grpId="0" animBg="1"/>
      <p:bldP spid="5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080DE01-3075-415D-560B-CA3D6E03F9B9}"/>
              </a:ext>
            </a:extLst>
          </p:cNvPr>
          <p:cNvSpPr txBox="1"/>
          <p:nvPr/>
        </p:nvSpPr>
        <p:spPr>
          <a:xfrm>
            <a:off x="170597" y="177420"/>
            <a:ext cx="7840929" cy="1077218"/>
          </a:xfrm>
          <a:prstGeom prst="rect">
            <a:avLst/>
          </a:prstGeom>
          <a:noFill/>
        </p:spPr>
        <p:txBody>
          <a:bodyPr wrap="none" rtlCol="0">
            <a:spAutoFit/>
          </a:bodyPr>
          <a:lstStyle/>
          <a:p>
            <a:r>
              <a:rPr lang="en-US" altLang="zh-CN" sz="3200"/>
              <a:t>3</a:t>
            </a:r>
            <a:r>
              <a:rPr lang="en-US" altLang="zh-CN" sz="3200" baseline="30000"/>
              <a:t>rd</a:t>
            </a:r>
            <a:r>
              <a:rPr lang="en-US" altLang="zh-CN" sz="3200"/>
              <a:t> API --- OneMap API </a:t>
            </a:r>
            <a:r>
              <a:rPr lang="en-SG" altLang="zh-CN" sz="3200"/>
              <a:t>(</a:t>
            </a:r>
            <a:r>
              <a:rPr lang="zh-CN" altLang="zh-CN" sz="3200">
                <a:hlinkClick r:id="rId2"/>
              </a:rPr>
              <a:t>www.onemap.gov.sg</a:t>
            </a:r>
            <a:r>
              <a:rPr lang="en-SG" altLang="zh-CN" sz="3200"/>
              <a:t>)</a:t>
            </a:r>
            <a:endParaRPr lang="en-US" altLang="zh-CN" sz="3200"/>
          </a:p>
          <a:p>
            <a:r>
              <a:rPr lang="en-US" altLang="zh-CN" sz="3200" b="1"/>
              <a:t>We </a:t>
            </a:r>
            <a:r>
              <a:rPr lang="en-SG" altLang="zh-CN" sz="3200" b="1"/>
              <a:t>use this to implement Map Service</a:t>
            </a:r>
            <a:endParaRPr lang="zh-CN" altLang="en-US" sz="3200" b="1"/>
          </a:p>
        </p:txBody>
      </p:sp>
      <p:pic>
        <p:nvPicPr>
          <p:cNvPr id="5" name="图片 4">
            <a:extLst>
              <a:ext uri="{FF2B5EF4-FFF2-40B4-BE49-F238E27FC236}">
                <a16:creationId xmlns:a16="http://schemas.microsoft.com/office/drawing/2014/main" id="{CDAAF082-AC04-FD78-7690-CE0241678999}"/>
              </a:ext>
            </a:extLst>
          </p:cNvPr>
          <p:cNvPicPr>
            <a:picLocks noChangeAspect="1"/>
          </p:cNvPicPr>
          <p:nvPr/>
        </p:nvPicPr>
        <p:blipFill>
          <a:blip r:embed="rId3"/>
          <a:stretch>
            <a:fillRect/>
          </a:stretch>
        </p:blipFill>
        <p:spPr>
          <a:xfrm>
            <a:off x="8220502" y="177420"/>
            <a:ext cx="2981232" cy="3016156"/>
          </a:xfrm>
          <a:prstGeom prst="rect">
            <a:avLst/>
          </a:prstGeom>
        </p:spPr>
      </p:pic>
      <p:pic>
        <p:nvPicPr>
          <p:cNvPr id="7" name="图片 6">
            <a:extLst>
              <a:ext uri="{FF2B5EF4-FFF2-40B4-BE49-F238E27FC236}">
                <a16:creationId xmlns:a16="http://schemas.microsoft.com/office/drawing/2014/main" id="{7F532D55-EBFB-8E9E-1549-4BF29AA34578}"/>
              </a:ext>
            </a:extLst>
          </p:cNvPr>
          <p:cNvPicPr>
            <a:picLocks noChangeAspect="1"/>
          </p:cNvPicPr>
          <p:nvPr/>
        </p:nvPicPr>
        <p:blipFill>
          <a:blip r:embed="rId4"/>
          <a:stretch>
            <a:fillRect/>
          </a:stretch>
        </p:blipFill>
        <p:spPr>
          <a:xfrm>
            <a:off x="118880" y="1154746"/>
            <a:ext cx="6482687" cy="2274254"/>
          </a:xfrm>
          <a:prstGeom prst="rect">
            <a:avLst/>
          </a:prstGeom>
        </p:spPr>
      </p:pic>
      <p:pic>
        <p:nvPicPr>
          <p:cNvPr id="9" name="图片 8">
            <a:extLst>
              <a:ext uri="{FF2B5EF4-FFF2-40B4-BE49-F238E27FC236}">
                <a16:creationId xmlns:a16="http://schemas.microsoft.com/office/drawing/2014/main" id="{F386F780-8B1B-E3A6-FCF9-A14B98903C16}"/>
              </a:ext>
            </a:extLst>
          </p:cNvPr>
          <p:cNvPicPr>
            <a:picLocks noChangeAspect="1"/>
          </p:cNvPicPr>
          <p:nvPr/>
        </p:nvPicPr>
        <p:blipFill>
          <a:blip r:embed="rId5"/>
          <a:stretch>
            <a:fillRect/>
          </a:stretch>
        </p:blipFill>
        <p:spPr>
          <a:xfrm>
            <a:off x="118880" y="3552527"/>
            <a:ext cx="6476377" cy="1707598"/>
          </a:xfrm>
          <a:prstGeom prst="rect">
            <a:avLst/>
          </a:prstGeom>
        </p:spPr>
      </p:pic>
      <p:pic>
        <p:nvPicPr>
          <p:cNvPr id="11" name="图片 10">
            <a:extLst>
              <a:ext uri="{FF2B5EF4-FFF2-40B4-BE49-F238E27FC236}">
                <a16:creationId xmlns:a16="http://schemas.microsoft.com/office/drawing/2014/main" id="{8F30E6E8-9500-B9A7-D8C8-D2570185E2C3}"/>
              </a:ext>
            </a:extLst>
          </p:cNvPr>
          <p:cNvPicPr>
            <a:picLocks noChangeAspect="1"/>
          </p:cNvPicPr>
          <p:nvPr/>
        </p:nvPicPr>
        <p:blipFill>
          <a:blip r:embed="rId6"/>
          <a:stretch>
            <a:fillRect/>
          </a:stretch>
        </p:blipFill>
        <p:spPr>
          <a:xfrm>
            <a:off x="6641447" y="3263325"/>
            <a:ext cx="5550553" cy="3514149"/>
          </a:xfrm>
          <a:prstGeom prst="rect">
            <a:avLst/>
          </a:prstGeom>
        </p:spPr>
      </p:pic>
    </p:spTree>
    <p:extLst>
      <p:ext uri="{BB962C8B-B14F-4D97-AF65-F5344CB8AC3E}">
        <p14:creationId xmlns:p14="http://schemas.microsoft.com/office/powerpoint/2010/main" val="2530036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E31F69841E3B37B6BE636E6A4452A5835AFC73761EDEC7E2D588D5B005FE9470" val="[{&quot;GradientColorId&quot;:&quot;&quot;,&quot;IsFree&quot;:true,&quot;IsGradient&quot;:false,&quot;ImagePath&quot;:&quot;&quot;,&quot;GradientColor&quot;:null,&quot;SimpleColor&quot;:&quot;#FF0000&quot;},{&quot;GradientColorId&quot;:&quot;&quot;,&quot;IsFree&quot;:true,&quot;IsGradient&quot;:false,&quot;ImagePath&quot;:&quot;&quot;,&quot;GradientColor&quot;:null,&quot;SimpleColor&quot;:&quot;#FFFFFF&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TotalTime>
  <Words>1560</Words>
  <Application>Microsoft Office PowerPoint</Application>
  <PresentationFormat>宽屏</PresentationFormat>
  <Paragraphs>229</Paragraphs>
  <Slides>17</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17</vt:i4>
      </vt:variant>
    </vt:vector>
  </HeadingPairs>
  <TitlesOfParts>
    <vt:vector size="22" baseType="lpstr">
      <vt:lpstr>等线</vt:lpstr>
      <vt:lpstr>Arial</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Chen Terrence Yaqi</cp:lastModifiedBy>
  <cp:revision>1</cp:revision>
  <dcterms:created xsi:type="dcterms:W3CDTF">2013-01-27T09:14:16Z</dcterms:created>
  <dcterms:modified xsi:type="dcterms:W3CDTF">2026-08-21T07:49:17Z</dcterms:modified>
  <cp:category/>
</cp:coreProperties>
</file>