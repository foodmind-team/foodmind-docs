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2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673F-2962-4DE5-A4F1-98CFDE79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7FAD1-7816-4574-932E-3D12F6E6B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3F426-EAEA-46A7-A405-442409EF6C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825BA-7E50-4612-A106-218B77CBE7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17AAF-68AA-4A48-83CD-80137068F8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F46E-F5BD-4AA2-82D2-CD2949A6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BBC7D-88D5-4AB2-8F23-5080C5513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E47E5-D878-4A45-9DE5-B5B24A74CF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28D7C-A638-48C8-9F84-6E6A3CEC19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B85E-3333-44BC-B9F1-C3096BD0A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6D75-3EAF-475C-8AA2-D1F8BF54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ACAF6-F603-4F9E-89B9-EBC63C9B2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A258D-4EAB-4262-9B42-E844EB7687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7D625-499E-4E85-BBAB-6CCBEBA662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840D-79E9-427A-A218-52D4E3894E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15B5-1E71-47BE-A8D2-99E4FABA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05AE-F413-4444-8F70-BB972E6A5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7648D-DCE5-49E9-AC71-70057A53848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347ED-8A42-47B3-A8F8-3E1F3A02B3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379DF-08E2-42B0-83AF-48E9A77065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E7A26-47AA-48E2-911B-F61FA5A221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DE7B-BCD7-451C-A39E-75058EC0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7D51-ACE6-4C77-8DC8-EF48FEC44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FECBB-AC2F-4C7C-9B33-4D2E0775397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B67EA-6811-479D-9E77-A6B0DDC49BB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536A3-7683-4519-B55D-50530216CBA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C8259-AF5C-401B-A922-80C6DA98B8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BAFC7-9465-464D-BCA1-B63AEF8534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4DB409-86F7-4D86-AE5C-A0436F7C02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E3E2-DF5F-4700-859B-61BF6487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118FFA-DF2C-4317-80CF-6D27AE3148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9362A-3F32-4672-9FAF-003B2860BD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BBD4-A14A-40AD-862E-935F54853D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7C269-5A99-4F92-BA20-46B0361AC5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3287C-B58A-446F-83B4-50BAFDFFD8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E8F73-D104-44F4-899D-82E26594E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7703-6A26-4B6A-A2E7-E6B5990F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5C6F-0344-4E51-94A7-D1474544C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D0454-E38F-46EC-955F-9DA001ADED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10C2F-2567-4ADF-94E1-5802EBBB24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D1B7F-A963-496C-AA49-68EE9CFC82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91758-B02F-4843-95FA-2DBD416C4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8B4C-2969-41AE-8E9F-2B6064BC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8AB62-3BD2-43D4-A4B1-0B6A76814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73196-4177-4676-946D-E576231D47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0B6B1-0D8D-45D2-8904-E6E891CBF9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1DAE6-2C82-415C-986C-DEDEC0DC28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6E9DF-BA42-4755-AD06-FAEA6868D9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21E6-BA10-426F-B2A6-A338C362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1DDB7-6039-4890-9BD9-C15741964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78B21-1F44-49B9-A428-4CC67A0F2E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587A3-EF48-43F3-85DB-3B839DFB2A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29A80-AC79-485A-831A-0AF0A904F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87921E-418E-4756-9993-6040B788B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F2C2B-F6BD-4FDF-A90F-6E740E57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FFAD6-A2BE-4F46-8D99-35A8C6D00D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A0A2-67E9-4441-B7F9-784D9D3518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9FA5B-7E5F-4DDE-A0E2-4EDE22B8F7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D4982-0EED-462A-BCA8-776C9C9C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9F054-18A8-4441-A320-EBA62E6E9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5BBEA-4167-4A99-A286-C178DD116D5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2026/8/19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5C98B-5E4B-4A05-AECA-16405FF457A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17C9-7AA4-43B2-9E73-772C1BBD4E2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8065AE-71FC-456E-9919-3848A3124D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7F7B8-ED7E-421D-805F-2C4C93ADAC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E0DC-8FF4-4F5E-A35D-B744809ED456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FoodMind Project Tree · Feature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D5E66-E99A-4C71-AAED-0C12767953CE}"/>
              </a:ext>
            </a:extLst>
          </p:cNvPr>
          <p:cNvSpPr>
            <a:spLocks noGrp="1"/>
          </p:cNvSpPr>
          <p:nvPr/>
        </p:nvSpPr>
        <p:spPr>
          <a:xfrm>
            <a:off x="521207" y="896112"/>
            <a:ext cx="111556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Repository map &amp; feature mapping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8C0F4C-92ED-460B-A33C-4DC920643FF3}"/>
              </a:ext>
            </a:extLst>
          </p:cNvPr>
          <p:cNvSpPr>
            <a:spLocks noGrp="1"/>
          </p:cNvSpPr>
          <p:nvPr/>
        </p:nvSpPr>
        <p:spPr>
          <a:xfrm>
            <a:off x="530352" y="969264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71B20-910C-4E09-85D1-606A38B127CF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040880" cy="5394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FoodMind/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1A73E8"/>
                </a:solidFill>
                <a:latin typeface="Consolas"/>
                <a:ea typeface="Consolas"/>
                <a:cs typeface="Consolas"/>
              </a:rPr>
              <a:t>├─ foodmind-backend/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public API · permissions · business rules · data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src/ … auth · user · catalog · record · group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    search · chat · recommendation · cooking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    analytics · wanttotry · media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resources/db/migration/   (Flyway V1–V12)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docs/   (architecture · ERD · api)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0F9D8F"/>
                </a:solidFill>
                <a:latin typeface="Consolas"/>
                <a:ea typeface="Consolas"/>
                <a:cs typeface="Consolas"/>
              </a:rPr>
              <a:t>├─ foodmind-web/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React client (Web)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src/routes/   Home · Chat · Cooking · Analytics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│      Record · Inventory · Group · Explore · Recipe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src/lib/api/   (generated API client)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188038"/>
                </a:solidFill>
                <a:latin typeface="Consolas"/>
                <a:ea typeface="Consolas"/>
                <a:cs typeface="Consolas"/>
              </a:rPr>
              <a:t>├─ foodmind-android/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Kotlin/Compose client (Android)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app/src/…   Main · Login · Profile · History · Groups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 Dashboard · Chat · Cooking · Recommendation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├─ foodmind-intelligence/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private AI services (LangGraph)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agent-service/app/agents/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├─ recommendation/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├─ cooking/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└─ chatbot/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E8590C"/>
                </a:solidFill>
                <a:latin typeface="Consolas"/>
                <a:ea typeface="Consolas"/>
                <a:cs typeface="Consolas"/>
              </a:rPr>
              <a:t>├─ foodmind-ml/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offline training · model package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scripts/   (train_hybrid_model, …)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src/foodmind_ml/pipeline.py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reports/metrics/hybrid_lr_metrics.json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D93025"/>
                </a:solidFill>
                <a:latin typeface="Consolas"/>
                <a:ea typeface="Consolas"/>
                <a:cs typeface="Consolas"/>
              </a:rPr>
              <a:t>├─ foodmind-infra/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Docker · CI/CD · cloud deployment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.github/workflows/   (per-repo CI)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├─ scripts/cd/   (deployment scripts)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└─ cloudformation.*.yaml · compose.*.yaml</a:t>
            </a:r>
          </a:p>
          <a:p>
            <a:pPr algn="l">
              <a:spcAft>
                <a:spcPts val="0"/>
              </a:spcAft>
              <a:buNone/>
            </a:pPr>
            <a:r>
              <a:rPr sz="6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  <a:buNone/>
            </a:pPr>
            <a:r>
              <a:rPr sz="1000" b="1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└─ foodmind-docs/</a:t>
            </a:r>
            <a:r>
              <a:rPr sz="10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  docs · evidence · presentation</a:t>
            </a:r>
          </a:p>
          <a:p>
            <a:pPr algn="l">
              <a:spcAft>
                <a:spcPts val="100"/>
              </a:spcAft>
              <a:buNone/>
            </a:pPr>
            <a:r>
              <a:rPr sz="100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└─ presentation/slides/ · planning/ · testing/ · evidence/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E743A-35C5-42CC-99CA-A68AA77DBF9F}"/>
              </a:ext>
            </a:extLst>
          </p:cNvPr>
          <p:cNvSpPr>
            <a:spLocks noGrp="1"/>
          </p:cNvSpPr>
          <p:nvPr/>
        </p:nvSpPr>
        <p:spPr>
          <a:xfrm>
            <a:off x="7635240" y="1234440"/>
            <a:ext cx="15240" cy="5120640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94004-4A33-4D66-9D4C-3DA6333ADC3A}"/>
              </a:ext>
            </a:extLst>
          </p:cNvPr>
          <p:cNvSpPr>
            <a:spLocks noGrp="1"/>
          </p:cNvSpPr>
          <p:nvPr/>
        </p:nvSpPr>
        <p:spPr>
          <a:xfrm>
            <a:off x="8001000" y="1234440"/>
            <a:ext cx="3657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Functionality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AE547-19AB-4C7F-AC41-F2C4E6F36602}"/>
              </a:ext>
            </a:extLst>
          </p:cNvPr>
          <p:cNvSpPr>
            <a:spLocks noGrp="1"/>
          </p:cNvSpPr>
          <p:nvPr/>
        </p:nvSpPr>
        <p:spPr>
          <a:xfrm>
            <a:off x="8001000" y="1737360"/>
            <a:ext cx="109728" cy="56692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A12F7-BC13-41E8-A1B7-1B1C2DE47CD3}"/>
              </a:ext>
            </a:extLst>
          </p:cNvPr>
          <p:cNvSpPr>
            <a:spLocks noGrp="1"/>
          </p:cNvSpPr>
          <p:nvPr/>
        </p:nvSpPr>
        <p:spPr>
          <a:xfrm>
            <a:off x="8229600" y="1737360"/>
            <a:ext cx="3429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Identity &amp; access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3B65F-C73B-442F-B88D-583214D1A442}"/>
              </a:ext>
            </a:extLst>
          </p:cNvPr>
          <p:cNvSpPr>
            <a:spLocks noGrp="1"/>
          </p:cNvSpPr>
          <p:nvPr/>
        </p:nvSpPr>
        <p:spPr>
          <a:xfrm>
            <a:off x="8229600" y="1975104"/>
            <a:ext cx="34290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backend/src/.../auth · user · permissions</a:t>
            </a:r>
          </a:p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web/src/routes/AuthRoutes.tsx · android/app/.../Login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91BC02-AF78-481A-B702-29BB1AB09D2F}"/>
              </a:ext>
            </a:extLst>
          </p:cNvPr>
          <p:cNvSpPr>
            <a:spLocks noGrp="1"/>
          </p:cNvSpPr>
          <p:nvPr/>
        </p:nvSpPr>
        <p:spPr>
          <a:xfrm>
            <a:off x="8001000" y="2450591"/>
            <a:ext cx="109728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50D23-3BE6-4A61-8BDA-867FEBCE6F0C}"/>
              </a:ext>
            </a:extLst>
          </p:cNvPr>
          <p:cNvSpPr>
            <a:spLocks noGrp="1"/>
          </p:cNvSpPr>
          <p:nvPr/>
        </p:nvSpPr>
        <p:spPr>
          <a:xfrm>
            <a:off x="8229600" y="2450591"/>
            <a:ext cx="3429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Catalogue &amp; search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852675-D099-44F5-A67B-57EB7AE692FA}"/>
              </a:ext>
            </a:extLst>
          </p:cNvPr>
          <p:cNvSpPr>
            <a:spLocks noGrp="1"/>
          </p:cNvSpPr>
          <p:nvPr/>
        </p:nvSpPr>
        <p:spPr>
          <a:xfrm>
            <a:off x="8229600" y="2688335"/>
            <a:ext cx="34290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backend/.../catalog · search · place maps</a:t>
            </a:r>
          </a:p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web/src/routes/ExploreRoutes.tsx · android/.../CatalogueDetailActivity.kt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E94BDE-B1AE-427F-8AC0-9B405D0F570C}"/>
              </a:ext>
            </a:extLst>
          </p:cNvPr>
          <p:cNvSpPr>
            <a:spLocks noGrp="1"/>
          </p:cNvSpPr>
          <p:nvPr/>
        </p:nvSpPr>
        <p:spPr>
          <a:xfrm>
            <a:off x="8001000" y="3163824"/>
            <a:ext cx="109728" cy="5669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F1A8E9-9429-4849-9E7B-DB1967CC973D}"/>
              </a:ext>
            </a:extLst>
          </p:cNvPr>
          <p:cNvSpPr>
            <a:spLocks noGrp="1"/>
          </p:cNvSpPr>
          <p:nvPr/>
        </p:nvSpPr>
        <p:spPr>
          <a:xfrm>
            <a:off x="8229600" y="3163824"/>
            <a:ext cx="3429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Food records &amp; groups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AA7F69-713D-4A5D-894C-4779594196AD}"/>
              </a:ext>
            </a:extLst>
          </p:cNvPr>
          <p:cNvSpPr>
            <a:spLocks noGrp="1"/>
          </p:cNvSpPr>
          <p:nvPr/>
        </p:nvSpPr>
        <p:spPr>
          <a:xfrm>
            <a:off x="8229600" y="3401568"/>
            <a:ext cx="34290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backend/.../record · group · inventory · wanttotry</a:t>
            </a:r>
          </a:p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web/src/routes/RecordRoutes.tsx · GroupRoutes.tsx · android/.../History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4EB9AC-BBD4-4361-B1CC-2D06E25CEF73}"/>
              </a:ext>
            </a:extLst>
          </p:cNvPr>
          <p:cNvSpPr>
            <a:spLocks noGrp="1"/>
          </p:cNvSpPr>
          <p:nvPr/>
        </p:nvSpPr>
        <p:spPr>
          <a:xfrm>
            <a:off x="8001000" y="3877056"/>
            <a:ext cx="109728" cy="56692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5444B2-E614-4C15-8FBA-0B7C1BFC9DAF}"/>
              </a:ext>
            </a:extLst>
          </p:cNvPr>
          <p:cNvSpPr>
            <a:spLocks noGrp="1"/>
          </p:cNvSpPr>
          <p:nvPr/>
        </p:nvSpPr>
        <p:spPr>
          <a:xfrm>
            <a:off x="8229600" y="3877056"/>
            <a:ext cx="3429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AI assistance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36AA35-0812-4AF1-8895-1589C503E796}"/>
              </a:ext>
            </a:extLst>
          </p:cNvPr>
          <p:cNvSpPr>
            <a:spLocks noGrp="1"/>
          </p:cNvSpPr>
          <p:nvPr/>
        </p:nvSpPr>
        <p:spPr>
          <a:xfrm>
            <a:off x="8229600" y="4114800"/>
            <a:ext cx="34290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intelligence/agent-service/app/agents/chatbot</a:t>
            </a:r>
          </a:p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backend/.../chat · web/src/routes/ChatRoutes.tsx · android/.../Chat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B96A24-0DCD-4D45-8D5D-A699AD8BAD11}"/>
              </a:ext>
            </a:extLst>
          </p:cNvPr>
          <p:cNvSpPr>
            <a:spLocks noGrp="1"/>
          </p:cNvSpPr>
          <p:nvPr/>
        </p:nvSpPr>
        <p:spPr>
          <a:xfrm>
            <a:off x="8001000" y="4590288"/>
            <a:ext cx="109728" cy="566928"/>
          </a:xfrm>
          <a:prstGeom prst="rect">
            <a:avLst/>
          </a:prstGeom>
          <a:solidFill>
            <a:srgbClr val="0F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0FA33-28DC-4377-9D6A-02484D0E8A20}"/>
              </a:ext>
            </a:extLst>
          </p:cNvPr>
          <p:cNvSpPr>
            <a:spLocks noGrp="1"/>
          </p:cNvSpPr>
          <p:nvPr/>
        </p:nvSpPr>
        <p:spPr>
          <a:xfrm>
            <a:off x="8229600" y="4590288"/>
            <a:ext cx="3429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Recommendations &amp; cooking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067C99-D88D-4B90-B2E0-687CD579C8AF}"/>
              </a:ext>
            </a:extLst>
          </p:cNvPr>
          <p:cNvSpPr>
            <a:spLocks noGrp="1"/>
          </p:cNvSpPr>
          <p:nvPr/>
        </p:nvSpPr>
        <p:spPr>
          <a:xfrm>
            <a:off x="8229600" y="4828032"/>
            <a:ext cx="34290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intelligence/.../recommendation · cooking · ML model package</a:t>
            </a:r>
          </a:p>
          <a:p>
            <a:pPr algn="l">
              <a:spcAft>
                <a:spcPts val="0"/>
              </a:spcAft>
              <a:buNone/>
            </a:pPr>
            <a:r>
              <a:rPr sz="9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backend/.../recommendation · cooking · ml/scripts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F6A50C-8B57-4353-BF26-0FA6382023B1}"/>
              </a:ext>
            </a:extLst>
          </p:cNvPr>
          <p:cNvSpPr>
            <a:spLocks noGrp="1"/>
          </p:cNvSpPr>
          <p:nvPr/>
        </p:nvSpPr>
        <p:spPr>
          <a:xfrm>
            <a:off x="8001000" y="5303520"/>
            <a:ext cx="109728" cy="18288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193DEE-F3FE-43D6-9193-CA25C8D5355A}"/>
              </a:ext>
            </a:extLst>
          </p:cNvPr>
          <p:cNvSpPr>
            <a:spLocks noGrp="1"/>
          </p:cNvSpPr>
          <p:nvPr/>
        </p:nvSpPr>
        <p:spPr>
          <a:xfrm>
            <a:off x="8229600" y="5303520"/>
            <a:ext cx="1506182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Dashboard and Recap</a:t>
            </a:r>
            <a:endParaRPr sz="1300" b="1" dirty="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7DDBF2-F23C-4E33-AC27-EAFC697F315D}"/>
              </a:ext>
            </a:extLst>
          </p:cNvPr>
          <p:cNvSpPr>
            <a:spLocks noGrp="1"/>
          </p:cNvSpPr>
          <p:nvPr/>
        </p:nvSpPr>
        <p:spPr>
          <a:xfrm>
            <a:off x="8001000" y="598932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Functionality → source modules · paths are repository-relative</a:t>
            </a:r>
          </a:p>
        </p:txBody>
      </p:sp>
    </p:spTree>
    <p:extLst>
      <p:ext uri="{BB962C8B-B14F-4D97-AF65-F5344CB8AC3E}">
        <p14:creationId xmlns:p14="http://schemas.microsoft.com/office/powerpoint/2010/main" val="1669538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DocSecurity>0</DocSecurity>
  <PresentationFormat>宽屏</PresentationFormat>
  <Paragraphs>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 Terrence Yaqi</cp:lastModifiedBy>
  <cp:revision>1</cp:revision>
  <dcterms:created xsi:type="dcterms:W3CDTF">2026-08-19T11:44:36Z</dcterms:created>
  <dcterms:modified xsi:type="dcterms:W3CDTF">2026-08-19T12:11:59Z</dcterms:modified>
</cp:coreProperties>
</file>